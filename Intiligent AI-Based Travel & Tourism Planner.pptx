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3" r:id="rId3"/>
    <p:sldId id="266" r:id="rId4"/>
    <p:sldId id="257" r:id="rId5"/>
    <p:sldId id="260" r:id="rId6"/>
    <p:sldId id="262" r:id="rId7"/>
    <p:sldId id="265" r:id="rId8"/>
    <p:sldId id="261" r:id="rId9"/>
    <p:sldId id="267" r:id="rId10"/>
    <p:sldId id="268" r:id="rId11"/>
    <p:sldId id="259" r:id="rId12"/>
    <p:sldId id="269" r:id="rId13"/>
    <p:sldId id="25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B0EF"/>
    <a:srgbClr val="EA7E68"/>
    <a:srgbClr val="FFFFFF"/>
    <a:srgbClr val="F39E34"/>
    <a:srgbClr val="23AAAD"/>
    <a:srgbClr val="1B1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jas Reddy Kota" userId="1fe5c418-db81-4c6b-9075-ce61746418cf" providerId="ADAL" clId="{63652300-937E-406B-A894-AEEF8BDB9ABB}"/>
    <pc:docChg chg="undo custSel addSld delSld modSld">
      <pc:chgData name="Tejas Reddy Kota" userId="1fe5c418-db81-4c6b-9075-ce61746418cf" providerId="ADAL" clId="{63652300-937E-406B-A894-AEEF8BDB9ABB}" dt="2025-09-10T04:40:54.698" v="474" actId="1440"/>
      <pc:docMkLst>
        <pc:docMk/>
      </pc:docMkLst>
      <pc:sldChg chg="addSp modSp mod modTransition">
        <pc:chgData name="Tejas Reddy Kota" userId="1fe5c418-db81-4c6b-9075-ce61746418cf" providerId="ADAL" clId="{63652300-937E-406B-A894-AEEF8BDB9ABB}" dt="2025-09-10T04:37:35.244" v="454"/>
        <pc:sldMkLst>
          <pc:docMk/>
          <pc:sldMk cId="2256709242" sldId="256"/>
        </pc:sldMkLst>
        <pc:spChg chg="add mod">
          <ac:chgData name="Tejas Reddy Kota" userId="1fe5c418-db81-4c6b-9075-ce61746418cf" providerId="ADAL" clId="{63652300-937E-406B-A894-AEEF8BDB9ABB}" dt="2025-09-10T03:49:07.261" v="230" actId="1076"/>
          <ac:spMkLst>
            <pc:docMk/>
            <pc:sldMk cId="2256709242" sldId="256"/>
            <ac:spMk id="2" creationId="{48D31E33-A3D1-B100-F80C-B7F90AFC459D}"/>
          </ac:spMkLst>
        </pc:spChg>
      </pc:sldChg>
      <pc:sldChg chg="addSp delSp modSp mod modTransition">
        <pc:chgData name="Tejas Reddy Kota" userId="1fe5c418-db81-4c6b-9075-ce61746418cf" providerId="ADAL" clId="{63652300-937E-406B-A894-AEEF8BDB9ABB}" dt="2025-09-10T04:37:50.762" v="457"/>
        <pc:sldMkLst>
          <pc:docMk/>
          <pc:sldMk cId="3368749316" sldId="257"/>
        </pc:sldMkLst>
        <pc:spChg chg="del mod">
          <ac:chgData name="Tejas Reddy Kota" userId="1fe5c418-db81-4c6b-9075-ce61746418cf" providerId="ADAL" clId="{63652300-937E-406B-A894-AEEF8BDB9ABB}" dt="2025-09-10T04:04:36.228" v="234"/>
          <ac:spMkLst>
            <pc:docMk/>
            <pc:sldMk cId="3368749316" sldId="257"/>
            <ac:spMk id="5" creationId="{26D21DE2-BDF3-03DC-30B8-1512F61CD010}"/>
          </ac:spMkLst>
        </pc:spChg>
        <pc:graphicFrameChg chg="add mod">
          <ac:chgData name="Tejas Reddy Kota" userId="1fe5c418-db81-4c6b-9075-ce61746418cf" providerId="ADAL" clId="{63652300-937E-406B-A894-AEEF8BDB9ABB}" dt="2025-09-10T04:04:28.433" v="231"/>
          <ac:graphicFrameMkLst>
            <pc:docMk/>
            <pc:sldMk cId="3368749316" sldId="257"/>
            <ac:graphicFrameMk id="2" creationId="{FD658905-15A1-D173-0950-2ACBF0EFBAA9}"/>
          </ac:graphicFrameMkLst>
        </pc:graphicFrameChg>
        <pc:graphicFrameChg chg="add mod modGraphic">
          <ac:chgData name="Tejas Reddy Kota" userId="1fe5c418-db81-4c6b-9075-ce61746418cf" providerId="ADAL" clId="{63652300-937E-406B-A894-AEEF8BDB9ABB}" dt="2025-09-10T04:05:44.840" v="244" actId="14100"/>
          <ac:graphicFrameMkLst>
            <pc:docMk/>
            <pc:sldMk cId="3368749316" sldId="257"/>
            <ac:graphicFrameMk id="4" creationId="{A3F36CAE-0816-1C0F-F184-1FB697D57C8E}"/>
          </ac:graphicFrameMkLst>
        </pc:graphicFrameChg>
      </pc:sldChg>
      <pc:sldChg chg="modSp mod modTransition">
        <pc:chgData name="Tejas Reddy Kota" userId="1fe5c418-db81-4c6b-9075-ce61746418cf" providerId="ADAL" clId="{63652300-937E-406B-A894-AEEF8BDB9ABB}" dt="2025-09-10T04:38:58.571" v="471"/>
        <pc:sldMkLst>
          <pc:docMk/>
          <pc:sldMk cId="2999482184" sldId="258"/>
        </pc:sldMkLst>
        <pc:spChg chg="mod">
          <ac:chgData name="Tejas Reddy Kota" userId="1fe5c418-db81-4c6b-9075-ce61746418cf" providerId="ADAL" clId="{63652300-937E-406B-A894-AEEF8BDB9ABB}" dt="2025-09-10T03:38:40.727" v="108" actId="1076"/>
          <ac:spMkLst>
            <pc:docMk/>
            <pc:sldMk cId="2999482184" sldId="258"/>
            <ac:spMk id="4" creationId="{F1688259-6D80-C4E7-7800-399FF0886C91}"/>
          </ac:spMkLst>
        </pc:spChg>
      </pc:sldChg>
      <pc:sldChg chg="addSp modSp mod modTransition modAnim">
        <pc:chgData name="Tejas Reddy Kota" userId="1fe5c418-db81-4c6b-9075-ce61746418cf" providerId="ADAL" clId="{63652300-937E-406B-A894-AEEF8BDB9ABB}" dt="2025-09-10T04:38:41.692" v="468"/>
        <pc:sldMkLst>
          <pc:docMk/>
          <pc:sldMk cId="3018656531" sldId="259"/>
        </pc:sldMkLst>
        <pc:spChg chg="add mod">
          <ac:chgData name="Tejas Reddy Kota" userId="1fe5c418-db81-4c6b-9075-ce61746418cf" providerId="ADAL" clId="{63652300-937E-406B-A894-AEEF8BDB9ABB}" dt="2025-09-10T04:16:59.113" v="345" actId="688"/>
          <ac:spMkLst>
            <pc:docMk/>
            <pc:sldMk cId="3018656531" sldId="259"/>
            <ac:spMk id="12" creationId="{0E95A215-E21F-9162-FB59-18F8EF0E7A1F}"/>
          </ac:spMkLst>
        </pc:spChg>
        <pc:spChg chg="mod">
          <ac:chgData name="Tejas Reddy Kota" userId="1fe5c418-db81-4c6b-9075-ce61746418cf" providerId="ADAL" clId="{63652300-937E-406B-A894-AEEF8BDB9ABB}" dt="2025-09-10T04:09:55.869" v="258" actId="20577"/>
          <ac:spMkLst>
            <pc:docMk/>
            <pc:sldMk cId="3018656531" sldId="259"/>
            <ac:spMk id="13" creationId="{E33DB1AA-A2DE-4F06-2CE2-0043DF3BA52F}"/>
          </ac:spMkLst>
        </pc:spChg>
        <pc:spChg chg="add mod">
          <ac:chgData name="Tejas Reddy Kota" userId="1fe5c418-db81-4c6b-9075-ce61746418cf" providerId="ADAL" clId="{63652300-937E-406B-A894-AEEF8BDB9ABB}" dt="2025-09-10T04:16:49.908" v="344" actId="688"/>
          <ac:spMkLst>
            <pc:docMk/>
            <pc:sldMk cId="3018656531" sldId="259"/>
            <ac:spMk id="14" creationId="{66AE3CCC-3F38-C458-5060-27C0194C4E5D}"/>
          </ac:spMkLst>
        </pc:spChg>
        <pc:spChg chg="add mod">
          <ac:chgData name="Tejas Reddy Kota" userId="1fe5c418-db81-4c6b-9075-ce61746418cf" providerId="ADAL" clId="{63652300-937E-406B-A894-AEEF8BDB9ABB}" dt="2025-09-10T04:16:35.990" v="341" actId="688"/>
          <ac:spMkLst>
            <pc:docMk/>
            <pc:sldMk cId="3018656531" sldId="259"/>
            <ac:spMk id="16" creationId="{3DB4340B-EFBA-6A68-11FC-A300CE5AB63C}"/>
          </ac:spMkLst>
        </pc:spChg>
        <pc:spChg chg="add mod">
          <ac:chgData name="Tejas Reddy Kota" userId="1fe5c418-db81-4c6b-9075-ce61746418cf" providerId="ADAL" clId="{63652300-937E-406B-A894-AEEF8BDB9ABB}" dt="2025-09-10T04:15:47.026" v="331" actId="1076"/>
          <ac:spMkLst>
            <pc:docMk/>
            <pc:sldMk cId="3018656531" sldId="259"/>
            <ac:spMk id="17" creationId="{B09BF3EE-E351-207A-F983-43148C2EEEE5}"/>
          </ac:spMkLst>
        </pc:spChg>
        <pc:spChg chg="add mod">
          <ac:chgData name="Tejas Reddy Kota" userId="1fe5c418-db81-4c6b-9075-ce61746418cf" providerId="ADAL" clId="{63652300-937E-406B-A894-AEEF8BDB9ABB}" dt="2025-09-10T04:16:25.218" v="340" actId="1076"/>
          <ac:spMkLst>
            <pc:docMk/>
            <pc:sldMk cId="3018656531" sldId="259"/>
            <ac:spMk id="18" creationId="{BA2918A4-FB08-AA8A-D20A-693E64815F14}"/>
          </ac:spMkLst>
        </pc:spChg>
        <pc:grpChg chg="mod">
          <ac:chgData name="Tejas Reddy Kota" userId="1fe5c418-db81-4c6b-9075-ce61746418cf" providerId="ADAL" clId="{63652300-937E-406B-A894-AEEF8BDB9ABB}" dt="2025-09-10T04:15:31.005" v="328" actId="1076"/>
          <ac:grpSpMkLst>
            <pc:docMk/>
            <pc:sldMk cId="3018656531" sldId="259"/>
            <ac:grpSpMk id="57" creationId="{B8D3825E-5970-7586-D169-878B8B1E9337}"/>
          </ac:grpSpMkLst>
        </pc:grpChg>
        <pc:grpChg chg="mod">
          <ac:chgData name="Tejas Reddy Kota" userId="1fe5c418-db81-4c6b-9075-ce61746418cf" providerId="ADAL" clId="{63652300-937E-406B-A894-AEEF8BDB9ABB}" dt="2025-09-10T04:14:42.026" v="317" actId="1076"/>
          <ac:grpSpMkLst>
            <pc:docMk/>
            <pc:sldMk cId="3018656531" sldId="259"/>
            <ac:grpSpMk id="60" creationId="{A29CD33C-9C40-C210-295F-0604F8C284B8}"/>
          </ac:grpSpMkLst>
        </pc:grpChg>
      </pc:sldChg>
      <pc:sldChg chg="addSp delSp modSp mod modTransition">
        <pc:chgData name="Tejas Reddy Kota" userId="1fe5c418-db81-4c6b-9075-ce61746418cf" providerId="ADAL" clId="{63652300-937E-406B-A894-AEEF8BDB9ABB}" dt="2025-09-10T04:37:54.044" v="458"/>
        <pc:sldMkLst>
          <pc:docMk/>
          <pc:sldMk cId="2853014144" sldId="260"/>
        </pc:sldMkLst>
        <pc:spChg chg="mod">
          <ac:chgData name="Tejas Reddy Kota" userId="1fe5c418-db81-4c6b-9075-ce61746418cf" providerId="ADAL" clId="{63652300-937E-406B-A894-AEEF8BDB9ABB}" dt="2025-09-10T04:08:14.303" v="248" actId="1076"/>
          <ac:spMkLst>
            <pc:docMk/>
            <pc:sldMk cId="2853014144" sldId="260"/>
            <ac:spMk id="2" creationId="{50283D58-1E2A-3563-27FE-6C4DD9860B24}"/>
          </ac:spMkLst>
        </pc:spChg>
        <pc:spChg chg="add del mod">
          <ac:chgData name="Tejas Reddy Kota" userId="1fe5c418-db81-4c6b-9075-ce61746418cf" providerId="ADAL" clId="{63652300-937E-406B-A894-AEEF8BDB9ABB}" dt="2025-09-10T04:08:01.642" v="247" actId="21"/>
          <ac:spMkLst>
            <pc:docMk/>
            <pc:sldMk cId="2853014144" sldId="260"/>
            <ac:spMk id="4" creationId="{CC54102B-EA31-EA46-E573-9C49AB4A7A53}"/>
          </ac:spMkLst>
        </pc:spChg>
        <pc:picChg chg="add mod">
          <ac:chgData name="Tejas Reddy Kota" userId="1fe5c418-db81-4c6b-9075-ce61746418cf" providerId="ADAL" clId="{63652300-937E-406B-A894-AEEF8BDB9ABB}" dt="2025-09-10T04:31:03.071" v="397" actId="1076"/>
          <ac:picMkLst>
            <pc:docMk/>
            <pc:sldMk cId="2853014144" sldId="260"/>
            <ac:picMk id="2050" creationId="{D76218D5-B462-EB5B-E8C8-ACDE9DEA5A9C}"/>
          </ac:picMkLst>
        </pc:picChg>
      </pc:sldChg>
      <pc:sldChg chg="modSp mod modTransition">
        <pc:chgData name="Tejas Reddy Kota" userId="1fe5c418-db81-4c6b-9075-ce61746418cf" providerId="ADAL" clId="{63652300-937E-406B-A894-AEEF8BDB9ABB}" dt="2025-09-10T04:38:28.133" v="467"/>
        <pc:sldMkLst>
          <pc:docMk/>
          <pc:sldMk cId="688460911" sldId="261"/>
        </pc:sldMkLst>
        <pc:spChg chg="mod">
          <ac:chgData name="Tejas Reddy Kota" userId="1fe5c418-db81-4c6b-9075-ce61746418cf" providerId="ADAL" clId="{63652300-937E-406B-A894-AEEF8BDB9ABB}" dt="2025-09-10T04:23:26.580" v="368" actId="404"/>
          <ac:spMkLst>
            <pc:docMk/>
            <pc:sldMk cId="688460911" sldId="261"/>
            <ac:spMk id="24" creationId="{424DC5ED-E3E1-5D2F-5A65-894D55EE8B60}"/>
          </ac:spMkLst>
        </pc:spChg>
      </pc:sldChg>
      <pc:sldChg chg="modTransition">
        <pc:chgData name="Tejas Reddy Kota" userId="1fe5c418-db81-4c6b-9075-ce61746418cf" providerId="ADAL" clId="{63652300-937E-406B-A894-AEEF8BDB9ABB}" dt="2025-09-10T04:38:20.812" v="465"/>
        <pc:sldMkLst>
          <pc:docMk/>
          <pc:sldMk cId="1648760023" sldId="262"/>
        </pc:sldMkLst>
      </pc:sldChg>
      <pc:sldChg chg="modSp mod modTransition">
        <pc:chgData name="Tejas Reddy Kota" userId="1fe5c418-db81-4c6b-9075-ce61746418cf" providerId="ADAL" clId="{63652300-937E-406B-A894-AEEF8BDB9ABB}" dt="2025-09-10T04:37:42.896" v="455"/>
        <pc:sldMkLst>
          <pc:docMk/>
          <pc:sldMk cId="2640661969" sldId="263"/>
        </pc:sldMkLst>
        <pc:spChg chg="mod">
          <ac:chgData name="Tejas Reddy Kota" userId="1fe5c418-db81-4c6b-9075-ce61746418cf" providerId="ADAL" clId="{63652300-937E-406B-A894-AEEF8BDB9ABB}" dt="2025-09-10T04:18:50.308" v="358" actId="20577"/>
          <ac:spMkLst>
            <pc:docMk/>
            <pc:sldMk cId="2640661969" sldId="263"/>
            <ac:spMk id="2" creationId="{B980F0F6-8883-69EE-5065-C0FCB7A1EBC0}"/>
          </ac:spMkLst>
        </pc:spChg>
      </pc:sldChg>
      <pc:sldChg chg="modTransition">
        <pc:chgData name="Tejas Reddy Kota" userId="1fe5c418-db81-4c6b-9075-ce61746418cf" providerId="ADAL" clId="{63652300-937E-406B-A894-AEEF8BDB9ABB}" dt="2025-09-10T04:38:25.064" v="466"/>
        <pc:sldMkLst>
          <pc:docMk/>
          <pc:sldMk cId="1009010750" sldId="265"/>
        </pc:sldMkLst>
      </pc:sldChg>
      <pc:sldChg chg="addSp modSp mod modTransition">
        <pc:chgData name="Tejas Reddy Kota" userId="1fe5c418-db81-4c6b-9075-ce61746418cf" providerId="ADAL" clId="{63652300-937E-406B-A894-AEEF8BDB9ABB}" dt="2025-09-10T04:37:46.163" v="456"/>
        <pc:sldMkLst>
          <pc:docMk/>
          <pc:sldMk cId="2512971562" sldId="266"/>
        </pc:sldMkLst>
        <pc:spChg chg="mod">
          <ac:chgData name="Tejas Reddy Kota" userId="1fe5c418-db81-4c6b-9075-ce61746418cf" providerId="ADAL" clId="{63652300-937E-406B-A894-AEEF8BDB9ABB}" dt="2025-09-10T04:20:22.601" v="364" actId="1076"/>
          <ac:spMkLst>
            <pc:docMk/>
            <pc:sldMk cId="2512971562" sldId="266"/>
            <ac:spMk id="2" creationId="{1945641E-5B00-E08F-3574-C3F7DABD96C5}"/>
          </ac:spMkLst>
        </pc:spChg>
        <pc:spChg chg="mod">
          <ac:chgData name="Tejas Reddy Kota" userId="1fe5c418-db81-4c6b-9075-ce61746418cf" providerId="ADAL" clId="{63652300-937E-406B-A894-AEEF8BDB9ABB}" dt="2025-09-10T04:20:28.645" v="365" actId="1076"/>
          <ac:spMkLst>
            <pc:docMk/>
            <pc:sldMk cId="2512971562" sldId="266"/>
            <ac:spMk id="3" creationId="{38F6722D-6BBC-51BB-37F6-0BBA26F3C9DB}"/>
          </ac:spMkLst>
        </pc:spChg>
        <pc:picChg chg="add mod">
          <ac:chgData name="Tejas Reddy Kota" userId="1fe5c418-db81-4c6b-9075-ce61746418cf" providerId="ADAL" clId="{63652300-937E-406B-A894-AEEF8BDB9ABB}" dt="2025-09-10T04:20:32.389" v="366" actId="1076"/>
          <ac:picMkLst>
            <pc:docMk/>
            <pc:sldMk cId="2512971562" sldId="266"/>
            <ac:picMk id="3074" creationId="{61816417-537D-A3EF-C39A-9CB43BF7A05F}"/>
          </ac:picMkLst>
        </pc:picChg>
      </pc:sldChg>
      <pc:sldChg chg="addSp delSp modSp new mod modTransition">
        <pc:chgData name="Tejas Reddy Kota" userId="1fe5c418-db81-4c6b-9075-ce61746418cf" providerId="ADAL" clId="{63652300-937E-406B-A894-AEEF8BDB9ABB}" dt="2025-09-10T04:37:28.745" v="453"/>
        <pc:sldMkLst>
          <pc:docMk/>
          <pc:sldMk cId="595700187" sldId="267"/>
        </pc:sldMkLst>
        <pc:spChg chg="mod">
          <ac:chgData name="Tejas Reddy Kota" userId="1fe5c418-db81-4c6b-9075-ce61746418cf" providerId="ADAL" clId="{63652300-937E-406B-A894-AEEF8BDB9ABB}" dt="2025-09-09T11:13:19.836" v="49" actId="14100"/>
          <ac:spMkLst>
            <pc:docMk/>
            <pc:sldMk cId="595700187" sldId="267"/>
            <ac:spMk id="2" creationId="{69B65925-97BA-7ADC-D3CF-0EF71362CC99}"/>
          </ac:spMkLst>
        </pc:spChg>
        <pc:spChg chg="del mod">
          <ac:chgData name="Tejas Reddy Kota" userId="1fe5c418-db81-4c6b-9075-ce61746418cf" providerId="ADAL" clId="{63652300-937E-406B-A894-AEEF8BDB9ABB}" dt="2025-09-09T11:09:17.868" v="26" actId="931"/>
          <ac:spMkLst>
            <pc:docMk/>
            <pc:sldMk cId="595700187" sldId="267"/>
            <ac:spMk id="3" creationId="{AEB70CB4-3DD2-1C00-CFE2-31E13B735509}"/>
          </ac:spMkLst>
        </pc:spChg>
        <pc:spChg chg="add mod">
          <ac:chgData name="Tejas Reddy Kota" userId="1fe5c418-db81-4c6b-9075-ce61746418cf" providerId="ADAL" clId="{63652300-937E-406B-A894-AEEF8BDB9ABB}" dt="2025-09-09T11:15:28.503" v="61" actId="1076"/>
          <ac:spMkLst>
            <pc:docMk/>
            <pc:sldMk cId="595700187" sldId="267"/>
            <ac:spMk id="8" creationId="{C590E896-98A3-DCDF-98E9-C246AD886770}"/>
          </ac:spMkLst>
        </pc:spChg>
        <pc:spChg chg="add mod">
          <ac:chgData name="Tejas Reddy Kota" userId="1fe5c418-db81-4c6b-9075-ce61746418cf" providerId="ADAL" clId="{63652300-937E-406B-A894-AEEF8BDB9ABB}" dt="2025-09-09T11:15:17.696" v="59" actId="1076"/>
          <ac:spMkLst>
            <pc:docMk/>
            <pc:sldMk cId="595700187" sldId="267"/>
            <ac:spMk id="9" creationId="{FEDB43D6-1C99-741E-0D0C-27E046AADF93}"/>
          </ac:spMkLst>
        </pc:spChg>
        <pc:picChg chg="add mod">
          <ac:chgData name="Tejas Reddy Kota" userId="1fe5c418-db81-4c6b-9075-ce61746418cf" providerId="ADAL" clId="{63652300-937E-406B-A894-AEEF8BDB9ABB}" dt="2025-09-09T11:13:25.490" v="50" actId="1076"/>
          <ac:picMkLst>
            <pc:docMk/>
            <pc:sldMk cId="595700187" sldId="267"/>
            <ac:picMk id="5" creationId="{7F9A5614-7D60-CAEF-4B21-70253FA4F005}"/>
          </ac:picMkLst>
        </pc:picChg>
        <pc:picChg chg="add mod">
          <ac:chgData name="Tejas Reddy Kota" userId="1fe5c418-db81-4c6b-9075-ce61746418cf" providerId="ADAL" clId="{63652300-937E-406B-A894-AEEF8BDB9ABB}" dt="2025-09-09T11:13:28.918" v="51" actId="1076"/>
          <ac:picMkLst>
            <pc:docMk/>
            <pc:sldMk cId="595700187" sldId="267"/>
            <ac:picMk id="7" creationId="{16D73BAC-F9EF-D807-5502-048B4E99F2C1}"/>
          </ac:picMkLst>
        </pc:picChg>
      </pc:sldChg>
      <pc:sldChg chg="new del">
        <pc:chgData name="Tejas Reddy Kota" userId="1fe5c418-db81-4c6b-9075-ce61746418cf" providerId="ADAL" clId="{63652300-937E-406B-A894-AEEF8BDB9ABB}" dt="2025-09-09T11:06:02.899" v="1" actId="2696"/>
        <pc:sldMkLst>
          <pc:docMk/>
          <pc:sldMk cId="3914213177" sldId="267"/>
        </pc:sldMkLst>
      </pc:sldChg>
      <pc:sldChg chg="addSp delSp modSp new mod modTransition modAnim">
        <pc:chgData name="Tejas Reddy Kota" userId="1fe5c418-db81-4c6b-9075-ce61746418cf" providerId="ADAL" clId="{63652300-937E-406B-A894-AEEF8BDB9ABB}" dt="2025-09-10T04:37:18.641" v="452"/>
        <pc:sldMkLst>
          <pc:docMk/>
          <pc:sldMk cId="1888458327" sldId="268"/>
        </pc:sldMkLst>
        <pc:spChg chg="mod">
          <ac:chgData name="Tejas Reddy Kota" userId="1fe5c418-db81-4c6b-9075-ce61746418cf" providerId="ADAL" clId="{63652300-937E-406B-A894-AEEF8BDB9ABB}" dt="2025-09-09T11:16:28.395" v="73" actId="1076"/>
          <ac:spMkLst>
            <pc:docMk/>
            <pc:sldMk cId="1888458327" sldId="268"/>
            <ac:spMk id="2" creationId="{DF3B983C-A218-F116-13B6-50B6510E0BB2}"/>
          </ac:spMkLst>
        </pc:spChg>
        <pc:spChg chg="mod">
          <ac:chgData name="Tejas Reddy Kota" userId="1fe5c418-db81-4c6b-9075-ce61746418cf" providerId="ADAL" clId="{63652300-937E-406B-A894-AEEF8BDB9ABB}" dt="2025-09-10T04:09:13.758" v="251" actId="14100"/>
          <ac:spMkLst>
            <pc:docMk/>
            <pc:sldMk cId="1888458327" sldId="268"/>
            <ac:spMk id="3" creationId="{4C7A5670-39A9-04DA-8F90-5028DF7C31A5}"/>
          </ac:spMkLst>
        </pc:spChg>
        <pc:spChg chg="add">
          <ac:chgData name="Tejas Reddy Kota" userId="1fe5c418-db81-4c6b-9075-ce61746418cf" providerId="ADAL" clId="{63652300-937E-406B-A894-AEEF8BDB9ABB}" dt="2025-09-09T11:38:45.554" v="82"/>
          <ac:spMkLst>
            <pc:docMk/>
            <pc:sldMk cId="1888458327" sldId="268"/>
            <ac:spMk id="4" creationId="{85F45EA9-F4AE-A1D7-58D1-EA204EEBF564}"/>
          </ac:spMkLst>
        </pc:spChg>
        <pc:spChg chg="add del mod">
          <ac:chgData name="Tejas Reddy Kota" userId="1fe5c418-db81-4c6b-9075-ce61746418cf" providerId="ADAL" clId="{63652300-937E-406B-A894-AEEF8BDB9ABB}" dt="2025-09-09T11:42:57.817" v="105" actId="22"/>
          <ac:spMkLst>
            <pc:docMk/>
            <pc:sldMk cId="1888458327" sldId="268"/>
            <ac:spMk id="6" creationId="{7D1027CB-4444-23FC-BFFA-45BC51EF845F}"/>
          </ac:spMkLst>
        </pc:spChg>
        <pc:picChg chg="add mod">
          <ac:chgData name="Tejas Reddy Kota" userId="1fe5c418-db81-4c6b-9075-ce61746418cf" providerId="ADAL" clId="{63652300-937E-406B-A894-AEEF8BDB9ABB}" dt="2025-09-10T04:09:31.366" v="253" actId="1076"/>
          <ac:picMkLst>
            <pc:docMk/>
            <pc:sldMk cId="1888458327" sldId="268"/>
            <ac:picMk id="2050" creationId="{B7A480FD-0A7F-D43C-848D-E2D8D0E25FE4}"/>
          </ac:picMkLst>
        </pc:picChg>
      </pc:sldChg>
      <pc:sldChg chg="addSp delSp modSp new mod modTransition modAnim">
        <pc:chgData name="Tejas Reddy Kota" userId="1fe5c418-db81-4c6b-9075-ce61746418cf" providerId="ADAL" clId="{63652300-937E-406B-A894-AEEF8BDB9ABB}" dt="2025-09-10T04:40:54.698" v="474" actId="1440"/>
        <pc:sldMkLst>
          <pc:docMk/>
          <pc:sldMk cId="2891210225" sldId="269"/>
        </pc:sldMkLst>
        <pc:spChg chg="mod">
          <ac:chgData name="Tejas Reddy Kota" userId="1fe5c418-db81-4c6b-9075-ce61746418cf" providerId="ADAL" clId="{63652300-937E-406B-A894-AEEF8BDB9ABB}" dt="2025-09-10T04:40:10.873" v="473" actId="113"/>
          <ac:spMkLst>
            <pc:docMk/>
            <pc:sldMk cId="2891210225" sldId="269"/>
            <ac:spMk id="2" creationId="{522688AF-9356-5657-1630-F68A715FDC20}"/>
          </ac:spMkLst>
        </pc:spChg>
        <pc:spChg chg="del">
          <ac:chgData name="Tejas Reddy Kota" userId="1fe5c418-db81-4c6b-9075-ce61746418cf" providerId="ADAL" clId="{63652300-937E-406B-A894-AEEF8BDB9ABB}" dt="2025-09-10T04:27:25.894" v="370"/>
          <ac:spMkLst>
            <pc:docMk/>
            <pc:sldMk cId="2891210225" sldId="269"/>
            <ac:spMk id="3" creationId="{AF3A7BC7-6EE7-8082-D3BA-11AA50568FDC}"/>
          </ac:spMkLst>
        </pc:spChg>
        <pc:spChg chg="add mod">
          <ac:chgData name="Tejas Reddy Kota" userId="1fe5c418-db81-4c6b-9075-ce61746418cf" providerId="ADAL" clId="{63652300-937E-406B-A894-AEEF8BDB9ABB}" dt="2025-09-10T04:31:54.091" v="402" actId="1076"/>
          <ac:spMkLst>
            <pc:docMk/>
            <pc:sldMk cId="2891210225" sldId="269"/>
            <ac:spMk id="4" creationId="{9A0B6F87-61CF-AF2D-F38F-03D2FCCFDD58}"/>
          </ac:spMkLst>
        </pc:spChg>
        <pc:picChg chg="add mod">
          <ac:chgData name="Tejas Reddy Kota" userId="1fe5c418-db81-4c6b-9075-ce61746418cf" providerId="ADAL" clId="{63652300-937E-406B-A894-AEEF8BDB9ABB}" dt="2025-09-10T04:40:54.698" v="474" actId="1440"/>
          <ac:picMkLst>
            <pc:docMk/>
            <pc:sldMk cId="2891210225" sldId="269"/>
            <ac:picMk id="1027" creationId="{AACFB852-FBB8-3687-F65D-591B84AD4726}"/>
          </ac:picMkLst>
        </pc:picChg>
      </pc:sldChg>
    </pc:docChg>
  </pc:docChgLst>
  <pc:docChgLst>
    <pc:chgData name="Tejas Reddy Kota" userId="1fe5c418-db81-4c6b-9075-ce61746418cf" providerId="ADAL" clId="{A86023F3-5733-4D32-8243-25E2B7C85C7A}"/>
    <pc:docChg chg="modSld">
      <pc:chgData name="Tejas Reddy Kota" userId="1fe5c418-db81-4c6b-9075-ce61746418cf" providerId="ADAL" clId="{A86023F3-5733-4D32-8243-25E2B7C85C7A}" dt="2025-09-08T05:33:26.822" v="2" actId="5793"/>
      <pc:docMkLst>
        <pc:docMk/>
      </pc:docMkLst>
      <pc:sldChg chg="modSp mod">
        <pc:chgData name="Tejas Reddy Kota" userId="1fe5c418-db81-4c6b-9075-ce61746418cf" providerId="ADAL" clId="{A86023F3-5733-4D32-8243-25E2B7C85C7A}" dt="2025-09-08T05:01:49.715" v="0" actId="1076"/>
        <pc:sldMkLst>
          <pc:docMk/>
          <pc:sldMk cId="1648760023" sldId="262"/>
        </pc:sldMkLst>
        <pc:spChg chg="mod">
          <ac:chgData name="Tejas Reddy Kota" userId="1fe5c418-db81-4c6b-9075-ce61746418cf" providerId="ADAL" clId="{A86023F3-5733-4D32-8243-25E2B7C85C7A}" dt="2025-09-08T05:01:49.715" v="0" actId="1076"/>
          <ac:spMkLst>
            <pc:docMk/>
            <pc:sldMk cId="1648760023" sldId="262"/>
            <ac:spMk id="5" creationId="{74CEEE52-5885-5956-66A1-3438CD49DCE9}"/>
          </ac:spMkLst>
        </pc:spChg>
      </pc:sldChg>
      <pc:sldChg chg="modSp mod">
        <pc:chgData name="Tejas Reddy Kota" userId="1fe5c418-db81-4c6b-9075-ce61746418cf" providerId="ADAL" clId="{A86023F3-5733-4D32-8243-25E2B7C85C7A}" dt="2025-09-08T05:30:31.968" v="1" actId="1076"/>
        <pc:sldMkLst>
          <pc:docMk/>
          <pc:sldMk cId="1009010750" sldId="265"/>
        </pc:sldMkLst>
        <pc:spChg chg="mod">
          <ac:chgData name="Tejas Reddy Kota" userId="1fe5c418-db81-4c6b-9075-ce61746418cf" providerId="ADAL" clId="{A86023F3-5733-4D32-8243-25E2B7C85C7A}" dt="2025-09-08T05:30:31.968" v="1" actId="1076"/>
          <ac:spMkLst>
            <pc:docMk/>
            <pc:sldMk cId="1009010750" sldId="265"/>
            <ac:spMk id="8" creationId="{BB093629-D47A-7CB9-6C09-21BA28FC3426}"/>
          </ac:spMkLst>
        </pc:spChg>
      </pc:sldChg>
      <pc:sldChg chg="modSp mod">
        <pc:chgData name="Tejas Reddy Kota" userId="1fe5c418-db81-4c6b-9075-ce61746418cf" providerId="ADAL" clId="{A86023F3-5733-4D32-8243-25E2B7C85C7A}" dt="2025-09-08T05:33:26.822" v="2" actId="5793"/>
        <pc:sldMkLst>
          <pc:docMk/>
          <pc:sldMk cId="2512971562" sldId="266"/>
        </pc:sldMkLst>
        <pc:spChg chg="mod">
          <ac:chgData name="Tejas Reddy Kota" userId="1fe5c418-db81-4c6b-9075-ce61746418cf" providerId="ADAL" clId="{A86023F3-5733-4D32-8243-25E2B7C85C7A}" dt="2025-09-08T05:33:26.822" v="2" actId="5793"/>
          <ac:spMkLst>
            <pc:docMk/>
            <pc:sldMk cId="2512971562" sldId="266"/>
            <ac:spMk id="3" creationId="{38F6722D-6BBC-51BB-37F6-0BBA26F3C9D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8DE5F0-F600-46C3-AE4D-5148C69FFBAD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0EF6FF-9132-45E0-97B0-6601D5F658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20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EF6FF-9132-45E0-97B0-6601D5F658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01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EF6FF-9132-45E0-97B0-6601D5F6581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4862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9DE9B-9A6B-E56B-3A2E-48544F06B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8E850-7BF3-F953-0587-699BF69EE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31E806-44D7-F165-8A01-EBB92CDA8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82158-080C-8795-393F-0DC573462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EF6FF-9132-45E0-97B0-6601D5F6581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795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0EF6FF-9132-45E0-97B0-6601D5F6581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90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DE9D4-CBBD-39CF-AB04-BF492945B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C9F787-A6F0-B4AA-E084-B6E6A2965A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97AC2-B99D-4E92-643D-E755FB134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E8F1-0B97-8411-9791-E2816322D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AFF63-8290-6775-8277-205603A4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183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1706E-CA7F-38DC-3ABC-4F852DF7F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62F1B5-7512-79D3-6D27-ACE3DE8EB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CBC36-52A8-E007-5F87-D62CEE28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3E764-0E8F-32F3-959D-0F804A37A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B5893-D3ED-A111-1DE0-119AD82E1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830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4975-5492-925A-B15F-E8CC6C301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45FB7A-94FF-7667-A5AE-CDBA3EED9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6378E6-0E53-3566-5185-3282A7ACF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94B46-3170-CA59-EB06-0A7AC393A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B8DCD-0235-FAC9-2827-6C5C8B105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4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B336E-6F64-9716-79F6-09C1859BC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8254C-3BFA-9701-AC0A-69FFD312B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13CF7D-60F3-4DD1-50E0-47BBB8577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75E01B-DD97-C969-E069-6D672235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95A4BF-086F-98BB-F707-75DF6DF49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03B833-D94C-1AC9-CFFD-831D8DA12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36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19E33-AED8-B87B-9CC4-4BAB91FC3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38AB0-C97E-6DAB-D4F9-4E6E880A7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0FB543-54DF-5442-98C7-915747DAA1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C64A0E-6894-69A9-F1E4-675924EDF4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49B4D7-7FE4-E06D-00C8-F9CB7BAB3D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CC1D51-1765-5933-46E9-9583E41C6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E0BF8D-CC19-4D88-8268-D162B908A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C37E9-D6FF-6D2E-CCCD-69876A090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69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FB4E4-AD40-0BBB-5B83-B34C8716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3383E0-E3BA-487A-F1CE-35C3E7036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2B5EC-367A-A661-0FF1-BABCDF90D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9373EB-8547-A75B-B63A-8D83DF86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00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25240F-9D6E-5E5B-5739-A764AAD3F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15E38A-2B47-3BE4-FDBB-F1DA85C4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3BECA-2872-CB7C-70B9-C193C7281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997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55EF-3FB5-CEEA-B5B9-DF825D06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3C253-96E3-ADD3-298D-DC078E1CF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379389-2AC9-39C4-5C51-4372015E3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87FBA9-D34A-DF22-4030-7CC81ACCF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65A-DCE6-BEB8-C0B4-AB737C219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8F334-691D-4D47-5697-B841F7F0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004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AB2BD-9587-900E-7B78-C09E1220A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94C592-D295-8F91-555F-5104C216D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00948D-CF7C-759D-183B-4A97A197F4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657F6-AD68-A51D-F55B-E1258283E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BE1E4-7D6D-F6F3-7A20-AD503FA27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A550FD-9475-C54F-A97D-75D44613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440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DE25-DCBC-D358-9606-1AFAC0C1A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E9CA90-1A03-8F33-D4D4-698AE6B2B1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136D4-D9FF-3984-32C8-E310533CA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007F2-5888-0388-EEC2-737DB1C45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E26C5-0E2E-A976-A6BA-B4D7B672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E24D53-CB44-64E5-F537-B0AC6B350F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269E02-5B4E-B2E2-BF0E-FFAB403EC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F28F0-7539-0FB2-62D6-933FEFE28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0D598-96DB-8BDF-7A86-05A1D81CF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C07A8-426C-583A-2AB9-069E9B29C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39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FA0F04-FAD4-97D9-A6C1-4A9425348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34B0C2-37FD-4F81-D9FA-1A82879BF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B38CD-676D-868D-91EF-E89C850F79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FBE4D0-E68C-4FB2-8B3A-AA41DAF039F9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71AA0-E6E0-8ED1-29A0-12D5FC02F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9B170-770F-E884-8E03-34B29117A0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2F9677-0272-47B3-8877-9BCDB58A6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98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3A5304-1DD4-1448-EB8F-F50DA11AEA9F}"/>
              </a:ext>
            </a:extLst>
          </p:cNvPr>
          <p:cNvSpPr/>
          <p:nvPr/>
        </p:nvSpPr>
        <p:spPr>
          <a:xfrm>
            <a:off x="0" y="0"/>
            <a:ext cx="4216400" cy="6858000"/>
          </a:xfrm>
          <a:prstGeom prst="rect">
            <a:avLst/>
          </a:prstGeom>
          <a:solidFill>
            <a:srgbClr val="1B13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2494D9B-A64C-5821-35E0-80140852AFAD}"/>
              </a:ext>
            </a:extLst>
          </p:cNvPr>
          <p:cNvSpPr/>
          <p:nvPr/>
        </p:nvSpPr>
        <p:spPr>
          <a:xfrm>
            <a:off x="762794" y="-1"/>
            <a:ext cx="7010400" cy="685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0B9D15-33D0-DD82-F9B9-A62E397585AB}"/>
              </a:ext>
            </a:extLst>
          </p:cNvPr>
          <p:cNvGrpSpPr/>
          <p:nvPr/>
        </p:nvGrpSpPr>
        <p:grpSpPr>
          <a:xfrm rot="9009327">
            <a:off x="3174227" y="688903"/>
            <a:ext cx="2299791" cy="5480193"/>
            <a:chOff x="3753542" y="990487"/>
            <a:chExt cx="2046332" cy="4876222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E8F1EA6-1449-2D14-64DF-6AE6F61827F1}"/>
                </a:ext>
              </a:extLst>
            </p:cNvPr>
            <p:cNvSpPr/>
            <p:nvPr/>
          </p:nvSpPr>
          <p:spPr>
            <a:xfrm rot="2843287">
              <a:off x="3753542" y="3846218"/>
              <a:ext cx="2020491" cy="2020491"/>
            </a:xfrm>
            <a:custGeom>
              <a:avLst/>
              <a:gdLst>
                <a:gd name="connsiteX0" fmla="*/ 0 w 4040981"/>
                <a:gd name="connsiteY0" fmla="*/ 2020491 h 4040981"/>
                <a:gd name="connsiteX1" fmla="*/ 2020491 w 4040981"/>
                <a:gd name="connsiteY1" fmla="*/ 0 h 4040981"/>
                <a:gd name="connsiteX2" fmla="*/ 4040982 w 4040981"/>
                <a:gd name="connsiteY2" fmla="*/ 2020491 h 4040981"/>
                <a:gd name="connsiteX3" fmla="*/ 2020491 w 4040981"/>
                <a:gd name="connsiteY3" fmla="*/ 4040982 h 4040981"/>
                <a:gd name="connsiteX4" fmla="*/ 0 w 4040981"/>
                <a:gd name="connsiteY4" fmla="*/ 2020491 h 4040981"/>
                <a:gd name="connsiteX0" fmla="*/ 2020491 w 4040982"/>
                <a:gd name="connsiteY0" fmla="*/ 0 h 4040982"/>
                <a:gd name="connsiteX1" fmla="*/ 4040982 w 4040982"/>
                <a:gd name="connsiteY1" fmla="*/ 2020491 h 4040982"/>
                <a:gd name="connsiteX2" fmla="*/ 2020491 w 4040982"/>
                <a:gd name="connsiteY2" fmla="*/ 4040982 h 4040982"/>
                <a:gd name="connsiteX3" fmla="*/ 0 w 4040982"/>
                <a:gd name="connsiteY3" fmla="*/ 2020491 h 4040982"/>
                <a:gd name="connsiteX4" fmla="*/ 2111931 w 4040982"/>
                <a:gd name="connsiteY4" fmla="*/ 91440 h 4040982"/>
                <a:gd name="connsiteX0" fmla="*/ 2020491 w 4040982"/>
                <a:gd name="connsiteY0" fmla="*/ 0 h 4040982"/>
                <a:gd name="connsiteX1" fmla="*/ 4040982 w 4040982"/>
                <a:gd name="connsiteY1" fmla="*/ 2020491 h 4040982"/>
                <a:gd name="connsiteX2" fmla="*/ 2020491 w 4040982"/>
                <a:gd name="connsiteY2" fmla="*/ 4040982 h 4040982"/>
                <a:gd name="connsiteX3" fmla="*/ 0 w 4040982"/>
                <a:gd name="connsiteY3" fmla="*/ 2020491 h 4040982"/>
                <a:gd name="connsiteX0" fmla="*/ 4040982 w 4040982"/>
                <a:gd name="connsiteY0" fmla="*/ 0 h 2020491"/>
                <a:gd name="connsiteX1" fmla="*/ 2020491 w 4040982"/>
                <a:gd name="connsiteY1" fmla="*/ 2020491 h 2020491"/>
                <a:gd name="connsiteX2" fmla="*/ 0 w 4040982"/>
                <a:gd name="connsiteY2" fmla="*/ 0 h 2020491"/>
                <a:gd name="connsiteX0" fmla="*/ 2020491 w 2020491"/>
                <a:gd name="connsiteY0" fmla="*/ 0 h 2020491"/>
                <a:gd name="connsiteX1" fmla="*/ 0 w 2020491"/>
                <a:gd name="connsiteY1" fmla="*/ 2020491 h 2020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0491" h="2020491">
                  <a:moveTo>
                    <a:pt x="2020491" y="0"/>
                  </a:moveTo>
                  <a:cubicBezTo>
                    <a:pt x="2020491" y="1115886"/>
                    <a:pt x="1115886" y="2020491"/>
                    <a:pt x="0" y="2020491"/>
                  </a:cubicBezTo>
                </a:path>
              </a:pathLst>
            </a:custGeom>
            <a:noFill/>
            <a:ln w="403225" cap="rnd">
              <a:gradFill>
                <a:gsLst>
                  <a:gs pos="0">
                    <a:schemeClr val="bg1"/>
                  </a:gs>
                  <a:gs pos="100000">
                    <a:srgbClr val="23AAAD"/>
                  </a:gs>
                </a:gsLst>
                <a:lin ang="21594000" scaled="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6BA0D63-1A8C-FA71-AF34-8D981C9DA020}"/>
                </a:ext>
              </a:extLst>
            </p:cNvPr>
            <p:cNvSpPr/>
            <p:nvPr/>
          </p:nvSpPr>
          <p:spPr>
            <a:xfrm rot="18815050">
              <a:off x="3779383" y="990487"/>
              <a:ext cx="2020491" cy="2020491"/>
            </a:xfrm>
            <a:custGeom>
              <a:avLst/>
              <a:gdLst>
                <a:gd name="connsiteX0" fmla="*/ 0 w 4040981"/>
                <a:gd name="connsiteY0" fmla="*/ 2020491 h 4040981"/>
                <a:gd name="connsiteX1" fmla="*/ 2020491 w 4040981"/>
                <a:gd name="connsiteY1" fmla="*/ 0 h 4040981"/>
                <a:gd name="connsiteX2" fmla="*/ 4040982 w 4040981"/>
                <a:gd name="connsiteY2" fmla="*/ 2020491 h 4040981"/>
                <a:gd name="connsiteX3" fmla="*/ 2020491 w 4040981"/>
                <a:gd name="connsiteY3" fmla="*/ 4040982 h 4040981"/>
                <a:gd name="connsiteX4" fmla="*/ 0 w 4040981"/>
                <a:gd name="connsiteY4" fmla="*/ 2020491 h 4040981"/>
                <a:gd name="connsiteX0" fmla="*/ 0 w 4040982"/>
                <a:gd name="connsiteY0" fmla="*/ 2020491 h 4040982"/>
                <a:gd name="connsiteX1" fmla="*/ 2020491 w 4040982"/>
                <a:gd name="connsiteY1" fmla="*/ 0 h 4040982"/>
                <a:gd name="connsiteX2" fmla="*/ 4040982 w 4040982"/>
                <a:gd name="connsiteY2" fmla="*/ 2020491 h 4040982"/>
                <a:gd name="connsiteX3" fmla="*/ 2020491 w 4040982"/>
                <a:gd name="connsiteY3" fmla="*/ 4040982 h 4040982"/>
                <a:gd name="connsiteX4" fmla="*/ 91440 w 4040982"/>
                <a:gd name="connsiteY4" fmla="*/ 2111931 h 4040982"/>
                <a:gd name="connsiteX0" fmla="*/ 1935425 w 3955916"/>
                <a:gd name="connsiteY0" fmla="*/ 0 h 4040982"/>
                <a:gd name="connsiteX1" fmla="*/ 3955916 w 3955916"/>
                <a:gd name="connsiteY1" fmla="*/ 2020491 h 4040982"/>
                <a:gd name="connsiteX2" fmla="*/ 1935425 w 3955916"/>
                <a:gd name="connsiteY2" fmla="*/ 4040982 h 4040982"/>
                <a:gd name="connsiteX3" fmla="*/ 6374 w 3955916"/>
                <a:gd name="connsiteY3" fmla="*/ 2111931 h 4040982"/>
                <a:gd name="connsiteX0" fmla="*/ 0 w 2020491"/>
                <a:gd name="connsiteY0" fmla="*/ 0 h 4040982"/>
                <a:gd name="connsiteX1" fmla="*/ 2020491 w 2020491"/>
                <a:gd name="connsiteY1" fmla="*/ 2020491 h 4040982"/>
                <a:gd name="connsiteX2" fmla="*/ 0 w 2020491"/>
                <a:gd name="connsiteY2" fmla="*/ 4040982 h 4040982"/>
                <a:gd name="connsiteX0" fmla="*/ 0 w 2020491"/>
                <a:gd name="connsiteY0" fmla="*/ 0 h 2020491"/>
                <a:gd name="connsiteX1" fmla="*/ 2020491 w 2020491"/>
                <a:gd name="connsiteY1" fmla="*/ 2020491 h 2020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0491" h="2020491">
                  <a:moveTo>
                    <a:pt x="0" y="0"/>
                  </a:moveTo>
                  <a:cubicBezTo>
                    <a:pt x="1115886" y="0"/>
                    <a:pt x="2020491" y="904605"/>
                    <a:pt x="2020491" y="2020491"/>
                  </a:cubicBezTo>
                </a:path>
              </a:pathLst>
            </a:custGeom>
            <a:noFill/>
            <a:ln w="403225" cap="rnd">
              <a:gradFill>
                <a:gsLst>
                  <a:gs pos="100000">
                    <a:schemeClr val="bg1"/>
                  </a:gs>
                  <a:gs pos="0">
                    <a:srgbClr val="F39E34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1A1895CA-783E-4D67-0B80-4F581E510DFC}"/>
              </a:ext>
            </a:extLst>
          </p:cNvPr>
          <p:cNvSpPr txBox="1"/>
          <p:nvPr/>
        </p:nvSpPr>
        <p:spPr>
          <a:xfrm>
            <a:off x="7022307" y="3936999"/>
            <a:ext cx="4406899" cy="14506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spc="-300">
                <a:solidFill>
                  <a:srgbClr val="898989"/>
                </a:solidFill>
                <a:ea typeface="+mn-lt"/>
                <a:cs typeface="+mn-lt"/>
              </a:rPr>
              <a:t>Personalized Travel Itinerary Generator with AI Assistance</a:t>
            </a:r>
            <a:endParaRPr lang="en-US" dirty="0"/>
          </a:p>
          <a:p>
            <a:pPr>
              <a:lnSpc>
                <a:spcPct val="70000"/>
              </a:lnSpc>
            </a:pPr>
            <a:endParaRPr lang="en-US" sz="3200" spc="-300" dirty="0">
              <a:solidFill>
                <a:srgbClr val="23AAAD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7" name="Flowchart: Connector 16">
            <a:extLst>
              <a:ext uri="{FF2B5EF4-FFF2-40B4-BE49-F238E27FC236}">
                <a16:creationId xmlns:a16="http://schemas.microsoft.com/office/drawing/2014/main" id="{4C91A7A9-76C6-5C2E-478B-78958A205DC7}"/>
              </a:ext>
            </a:extLst>
          </p:cNvPr>
          <p:cNvSpPr/>
          <p:nvPr/>
        </p:nvSpPr>
        <p:spPr>
          <a:xfrm>
            <a:off x="8628856" y="746366"/>
            <a:ext cx="431800" cy="431800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lowchart: Connector 17">
            <a:extLst>
              <a:ext uri="{FF2B5EF4-FFF2-40B4-BE49-F238E27FC236}">
                <a16:creationId xmlns:a16="http://schemas.microsoft.com/office/drawing/2014/main" id="{6C79B913-9121-C0E3-775A-7CF709668169}"/>
              </a:ext>
            </a:extLst>
          </p:cNvPr>
          <p:cNvSpPr/>
          <p:nvPr/>
        </p:nvSpPr>
        <p:spPr>
          <a:xfrm>
            <a:off x="6892178" y="5509860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lowchart: Connector 18">
            <a:extLst>
              <a:ext uri="{FF2B5EF4-FFF2-40B4-BE49-F238E27FC236}">
                <a16:creationId xmlns:a16="http://schemas.microsoft.com/office/drawing/2014/main" id="{7D55A065-5D8F-699B-CAD5-956600A06FD1}"/>
              </a:ext>
            </a:extLst>
          </p:cNvPr>
          <p:cNvSpPr/>
          <p:nvPr/>
        </p:nvSpPr>
        <p:spPr>
          <a:xfrm>
            <a:off x="10997406" y="5740400"/>
            <a:ext cx="431800" cy="431800"/>
          </a:xfrm>
          <a:prstGeom prst="flowChartConnector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F52F024-178F-4960-6EC5-A5B6B07D9C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94" y="209112"/>
            <a:ext cx="961988" cy="96198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B2BF6A3-A964-4163-1AA1-B00E194623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0530" y="2055306"/>
            <a:ext cx="2860109" cy="255444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A457D6E-0C73-6663-B6BB-A9B200825F99}"/>
              </a:ext>
            </a:extLst>
          </p:cNvPr>
          <p:cNvSpPr txBox="1"/>
          <p:nvPr/>
        </p:nvSpPr>
        <p:spPr>
          <a:xfrm>
            <a:off x="6795261" y="1452302"/>
            <a:ext cx="51800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Intelligent AI-Based Travel &amp; Tourism Planner</a:t>
            </a:r>
            <a:endParaRPr lang="en-IN" sz="4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D31E33-A3D1-B100-F80C-B7F90AFC459D}"/>
              </a:ext>
            </a:extLst>
          </p:cNvPr>
          <p:cNvSpPr txBox="1"/>
          <p:nvPr/>
        </p:nvSpPr>
        <p:spPr>
          <a:xfrm>
            <a:off x="8312837" y="5356135"/>
            <a:ext cx="40454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Prepared &amp; Presented By</a:t>
            </a:r>
            <a:br>
              <a:rPr lang="en-US" sz="2400" dirty="0"/>
            </a:br>
            <a:r>
              <a:rPr lang="en-US" sz="2400" dirty="0"/>
              <a:t>Kota Tejas Reddy</a:t>
            </a:r>
            <a:br>
              <a:rPr lang="en-US" sz="2400" dirty="0"/>
            </a:br>
            <a:r>
              <a:rPr lang="en-US" sz="2400" dirty="0"/>
              <a:t>Agentic AI Developer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25670924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0F0F6-8883-69EE-5065-C0FCB7A1E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ea typeface="Calibri Light"/>
                <a:cs typeface="Calibri Light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1ECB5-3247-C946-5FC7-A3DADEB2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1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en-US" dirty="0"/>
              <a:t>Travel planning is often time-consuming and confusing, requiring visits to multiple websites. Manual planning can lead to higher costs and errors. Our project introduces an AI-driven solution that makes planning faster and smarter. It collects data, processes it, and provides instant suggestions. This makes traveling easier and more enjoyable for users.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63EB93-95F1-96AB-E43F-9F8E3EE3C6B1}"/>
              </a:ext>
            </a:extLst>
          </p:cNvPr>
          <p:cNvGrpSpPr/>
          <p:nvPr/>
        </p:nvGrpSpPr>
        <p:grpSpPr>
          <a:xfrm>
            <a:off x="221986" y="6188230"/>
            <a:ext cx="5699842" cy="609290"/>
            <a:chOff x="618333" y="6026099"/>
            <a:chExt cx="4886323" cy="6092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A06FC11-3747-517A-912D-354B7A237B3E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8A190ABA-78E8-614E-49E8-0ABDC287DC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DB755D5-9398-0A5D-CDA4-B0B2289B6141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D57470C1-8613-1A45-9728-DBAE0D8ABCB2}"/>
              </a:ext>
            </a:extLst>
          </p:cNvPr>
          <p:cNvSpPr/>
          <p:nvPr/>
        </p:nvSpPr>
        <p:spPr>
          <a:xfrm>
            <a:off x="8650628" y="681037"/>
            <a:ext cx="431800" cy="431800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C6E37CDA-39D9-6275-4960-EF801BC183B4}"/>
              </a:ext>
            </a:extLst>
          </p:cNvPr>
          <p:cNvSpPr/>
          <p:nvPr/>
        </p:nvSpPr>
        <p:spPr>
          <a:xfrm>
            <a:off x="6892178" y="5509860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DBD3BD71-CBD1-74E3-F8A5-59C5B7363872}"/>
              </a:ext>
            </a:extLst>
          </p:cNvPr>
          <p:cNvSpPr/>
          <p:nvPr/>
        </p:nvSpPr>
        <p:spPr>
          <a:xfrm>
            <a:off x="11529492" y="3314053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7D55A065-5D8F-699B-CAD5-956600A06FD1}"/>
              </a:ext>
            </a:extLst>
          </p:cNvPr>
          <p:cNvSpPr/>
          <p:nvPr/>
        </p:nvSpPr>
        <p:spPr>
          <a:xfrm>
            <a:off x="10245271" y="5588604"/>
            <a:ext cx="431800" cy="431800"/>
          </a:xfrm>
          <a:prstGeom prst="flowChartConnector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66196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535CA-D080-8322-DD53-B1D89AB8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5641E-5B00-E08F-3574-C3F7DABD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2628"/>
            <a:ext cx="10515600" cy="832304"/>
          </a:xfrm>
        </p:spPr>
        <p:txBody>
          <a:bodyPr/>
          <a:lstStyle/>
          <a:p>
            <a:pPr algn="ctr"/>
            <a:r>
              <a:rPr lang="en-IN" b="1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6722D-6BBC-51BB-37F6-0BBA26F3C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519" y="1513341"/>
            <a:ext cx="10515591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aim of this project is to simplify trip planning with accurate, cost-effective, and personalized recommendations. By using AI, it saves time, reduces errors, and lets users focus on enjoying their journey.</a:t>
            </a:r>
            <a:endParaRPr lang="en-IN" sz="32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FDEFDAB-FA5E-4373-2D7C-0C31D5E39087}"/>
              </a:ext>
            </a:extLst>
          </p:cNvPr>
          <p:cNvGrpSpPr/>
          <p:nvPr/>
        </p:nvGrpSpPr>
        <p:grpSpPr>
          <a:xfrm>
            <a:off x="232871" y="6271130"/>
            <a:ext cx="5514785" cy="609290"/>
            <a:chOff x="618333" y="6026099"/>
            <a:chExt cx="4886323" cy="6092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5397A39-5643-70AD-66A0-93B170F25E25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AC18C345-5455-8748-126A-A1EDD8A55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3DDCCB3-CF1F-7B8D-1308-55216D5C9293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E1C0C415-C675-99ED-D788-A856E63CB67A}"/>
              </a:ext>
            </a:extLst>
          </p:cNvPr>
          <p:cNvSpPr/>
          <p:nvPr/>
        </p:nvSpPr>
        <p:spPr>
          <a:xfrm>
            <a:off x="8650628" y="681037"/>
            <a:ext cx="431800" cy="431800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A69ABA05-7211-25D1-878F-E8A63EB08FD8}"/>
              </a:ext>
            </a:extLst>
          </p:cNvPr>
          <p:cNvSpPr/>
          <p:nvPr/>
        </p:nvSpPr>
        <p:spPr>
          <a:xfrm>
            <a:off x="6892178" y="5509860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1203F55F-1C78-D52E-BD12-223E8858CD81}"/>
              </a:ext>
            </a:extLst>
          </p:cNvPr>
          <p:cNvSpPr/>
          <p:nvPr/>
        </p:nvSpPr>
        <p:spPr>
          <a:xfrm>
            <a:off x="11529492" y="3314053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F45D1E15-18DB-AFA3-5964-23E78454A524}"/>
              </a:ext>
            </a:extLst>
          </p:cNvPr>
          <p:cNvSpPr/>
          <p:nvPr/>
        </p:nvSpPr>
        <p:spPr>
          <a:xfrm>
            <a:off x="10245271" y="5588604"/>
            <a:ext cx="431800" cy="431800"/>
          </a:xfrm>
          <a:prstGeom prst="flowChartConnector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074" name="Picture 2" descr="Time is money - Free business and finance icons">
            <a:extLst>
              <a:ext uri="{FF2B5EF4-FFF2-40B4-BE49-F238E27FC236}">
                <a16:creationId xmlns:a16="http://schemas.microsoft.com/office/drawing/2014/main" id="{61816417-537D-A3EF-C39A-9CB43BF7A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4453" y="3003540"/>
            <a:ext cx="3234578" cy="3234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297156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055C5D4-DBDF-33EC-4587-DDFBCF32D089}"/>
              </a:ext>
            </a:extLst>
          </p:cNvPr>
          <p:cNvSpPr/>
          <p:nvPr/>
        </p:nvSpPr>
        <p:spPr>
          <a:xfrm>
            <a:off x="9725025" y="4267826"/>
            <a:ext cx="2057400" cy="1943100"/>
          </a:xfrm>
          <a:prstGeom prst="rect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95D5C1-CD53-1E56-E137-1E3DA2F697E6}"/>
              </a:ext>
            </a:extLst>
          </p:cNvPr>
          <p:cNvSpPr/>
          <p:nvPr/>
        </p:nvSpPr>
        <p:spPr>
          <a:xfrm>
            <a:off x="7677150" y="628650"/>
            <a:ext cx="3705225" cy="5124450"/>
          </a:xfrm>
          <a:prstGeom prst="rect">
            <a:avLst/>
          </a:prstGeom>
          <a:solidFill>
            <a:srgbClr val="1B13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US" sz="3200" dirty="0"/>
          </a:p>
          <a:p>
            <a:pPr algn="ctr"/>
            <a:r>
              <a:rPr lang="en-US" sz="3200" dirty="0"/>
              <a:t>Our AI system offers personalized, cost-effective, and dynamic travel planning unlike existing apps.</a:t>
            </a:r>
            <a:endParaRPr lang="en-US" sz="3200" dirty="0">
              <a:ea typeface="Calibri"/>
              <a:cs typeface="Calibri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47C530F-4ED7-72C4-DFBA-E6FD67E21A17}"/>
              </a:ext>
            </a:extLst>
          </p:cNvPr>
          <p:cNvGrpSpPr/>
          <p:nvPr/>
        </p:nvGrpSpPr>
        <p:grpSpPr>
          <a:xfrm>
            <a:off x="232872" y="6271130"/>
            <a:ext cx="5384157" cy="609290"/>
            <a:chOff x="618333" y="6026099"/>
            <a:chExt cx="4886323" cy="6092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525DA37-D2EF-5A47-E272-8EB9966562F5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DE79119C-F5D0-516F-2119-6EC753D6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CA5A2F2-FE45-7F32-05D2-A11066819A95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8AEFBDE8-B5E7-821B-23CA-6944C624FA10}"/>
              </a:ext>
            </a:extLst>
          </p:cNvPr>
          <p:cNvSpPr/>
          <p:nvPr/>
        </p:nvSpPr>
        <p:spPr>
          <a:xfrm>
            <a:off x="7403057" y="338953"/>
            <a:ext cx="542925" cy="1647826"/>
          </a:xfrm>
          <a:prstGeom prst="rect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316632-1E64-B3CE-AB35-1F57A7980281}"/>
              </a:ext>
            </a:extLst>
          </p:cNvPr>
          <p:cNvSpPr txBox="1"/>
          <p:nvPr/>
        </p:nvSpPr>
        <p:spPr>
          <a:xfrm>
            <a:off x="1578519" y="33895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dirty="0"/>
              <a:t>Literature Review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F36CAE-0816-1C0F-F184-1FB697D57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342090"/>
              </p:ext>
            </p:extLst>
          </p:nvPr>
        </p:nvGraphicFramePr>
        <p:xfrm>
          <a:off x="809624" y="1407795"/>
          <a:ext cx="6287861" cy="3962400"/>
        </p:xfrm>
        <a:graphic>
          <a:graphicData uri="http://schemas.openxmlformats.org/drawingml/2006/table">
            <a:tbl>
              <a:tblPr/>
              <a:tblGrid>
                <a:gridCol w="3037096">
                  <a:extLst>
                    <a:ext uri="{9D8B030D-6E8A-4147-A177-3AD203B41FA5}">
                      <a16:colId xmlns:a16="http://schemas.microsoft.com/office/drawing/2014/main" val="3677005661"/>
                    </a:ext>
                  </a:extLst>
                </a:gridCol>
                <a:gridCol w="3250765">
                  <a:extLst>
                    <a:ext uri="{9D8B030D-6E8A-4147-A177-3AD203B41FA5}">
                      <a16:colId xmlns:a16="http://schemas.microsoft.com/office/drawing/2014/main" val="27691872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Existing Travel Apps</a:t>
                      </a:r>
                      <a:endParaRPr lang="en-IN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b="1" dirty="0"/>
                        <a:t>Proposed AI System</a:t>
                      </a:r>
                      <a:endParaRPr lang="en-IN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84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Manual searching required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Automated AI itinerary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564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Generic recommendations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Personalized to user preferences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638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Costly and may miss deals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Optimized cost-efficient planning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498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Less flexible, hard to re-plan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Dynamic re-planning in real 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5614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Limited personalization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AI-driven insights and adaptability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5023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8749316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088F8-073A-5FCF-7308-2EC60CDF3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DA5EEB-CE11-BB00-B36B-FA135219FC20}"/>
              </a:ext>
            </a:extLst>
          </p:cNvPr>
          <p:cNvSpPr/>
          <p:nvPr/>
        </p:nvSpPr>
        <p:spPr>
          <a:xfrm>
            <a:off x="9496552" y="4594034"/>
            <a:ext cx="2258446" cy="199405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4C0A1B-AD10-EA61-F694-B86EA26ACD13}"/>
              </a:ext>
            </a:extLst>
          </p:cNvPr>
          <p:cNvSpPr/>
          <p:nvPr/>
        </p:nvSpPr>
        <p:spPr>
          <a:xfrm>
            <a:off x="6700698" y="140271"/>
            <a:ext cx="3776344" cy="336232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75000"/>
              </a:schemeClr>
            </a:solidFill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CCEC3B-C0D3-843C-32F3-72780EA21026}"/>
              </a:ext>
            </a:extLst>
          </p:cNvPr>
          <p:cNvSpPr txBox="1"/>
          <p:nvPr/>
        </p:nvSpPr>
        <p:spPr>
          <a:xfrm>
            <a:off x="1620125" y="118629"/>
            <a:ext cx="4381499" cy="64261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70000"/>
              </a:lnSpc>
            </a:pPr>
            <a:r>
              <a:rPr lang="en-US" sz="4800" b="1" spc="-3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Architecture</a:t>
            </a:r>
            <a:endParaRPr lang="en-US" b="1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3A0819-0D3C-02E0-6DBB-4E9689E40008}"/>
              </a:ext>
            </a:extLst>
          </p:cNvPr>
          <p:cNvGrpSpPr/>
          <p:nvPr/>
        </p:nvGrpSpPr>
        <p:grpSpPr>
          <a:xfrm>
            <a:off x="126706" y="6376302"/>
            <a:ext cx="5370579" cy="388987"/>
            <a:chOff x="618333" y="6026099"/>
            <a:chExt cx="5370579" cy="38898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7F195B-8CF8-2175-9BC5-9CE49FA48C1C}"/>
                </a:ext>
              </a:extLst>
            </p:cNvPr>
            <p:cNvSpPr txBox="1"/>
            <p:nvPr/>
          </p:nvSpPr>
          <p:spPr>
            <a:xfrm>
              <a:off x="1123157" y="6050614"/>
              <a:ext cx="486575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3FE5C1F2-A290-1FBE-0BC2-EC5F0E887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33F2914-AE79-DECF-8393-B159B3697381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0283D58-1E2A-3563-27FE-6C4DD9860B24}"/>
              </a:ext>
            </a:extLst>
          </p:cNvPr>
          <p:cNvSpPr txBox="1"/>
          <p:nvPr/>
        </p:nvSpPr>
        <p:spPr>
          <a:xfrm>
            <a:off x="389168" y="737037"/>
            <a:ext cx="5706832" cy="501675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IN" sz="3200" dirty="0"/>
              <a:t>travel-planner/</a:t>
            </a:r>
          </a:p>
          <a:p>
            <a:r>
              <a:rPr lang="en-US" sz="3200" dirty="0"/>
              <a:t>├</a:t>
            </a:r>
            <a:r>
              <a:rPr lang="en-IN" sz="3200" dirty="0"/>
              <a:t>─ .</a:t>
            </a:r>
            <a:r>
              <a:rPr lang="en-IN" sz="3200" dirty="0" err="1"/>
              <a:t>env.example</a:t>
            </a:r>
            <a:endParaRPr lang="en-IN" sz="3200" dirty="0"/>
          </a:p>
          <a:p>
            <a:r>
              <a:rPr lang="en-US" sz="3200" dirty="0"/>
              <a:t>├</a:t>
            </a:r>
            <a:r>
              <a:rPr lang="en-IN" sz="3200" dirty="0"/>
              <a:t>─ requirements.txt</a:t>
            </a:r>
          </a:p>
          <a:p>
            <a:r>
              <a:rPr lang="en-US" sz="3200" dirty="0"/>
              <a:t>├</a:t>
            </a:r>
            <a:r>
              <a:rPr lang="en-IN" sz="3200" dirty="0"/>
              <a:t>─ main.py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routes.py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models.py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database.py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llm_client.py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logger.py</a:t>
            </a:r>
          </a:p>
          <a:p>
            <a:r>
              <a:rPr lang="en-US" sz="3200" dirty="0"/>
              <a:t>├</a:t>
            </a:r>
            <a:r>
              <a:rPr lang="en-IN" sz="3200" dirty="0"/>
              <a:t>─ </a:t>
            </a:r>
            <a:r>
              <a:rPr lang="en-IN" sz="3200" dirty="0" err="1"/>
              <a:t>postman_collection.json</a:t>
            </a:r>
            <a:endParaRPr lang="en-IN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6B3D08-F22C-C780-532A-27893456D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686" y="737037"/>
            <a:ext cx="4112516" cy="549741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50" name="Picture 2" descr="Digital future artificial intelligence for travel &amp; tourism">
            <a:extLst>
              <a:ext uri="{FF2B5EF4-FFF2-40B4-BE49-F238E27FC236}">
                <a16:creationId xmlns:a16="http://schemas.microsoft.com/office/drawing/2014/main" id="{D76218D5-B462-EB5B-E8C8-ACDE9DEA5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25" y="4606488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301414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48EAF-B10B-D3CB-8866-DEB365957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1326"/>
            <a:ext cx="10515600" cy="1023290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/>
              <a:t>Comparison of Manual Planning vs AI-based Planning</a:t>
            </a:r>
            <a:br>
              <a:rPr lang="en-IN" b="1" dirty="0"/>
            </a:br>
            <a:endParaRPr lang="en-IN" b="1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C73A3F6B-239D-D74F-1FFF-C6AA0D87E1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8758002"/>
              </p:ext>
            </p:extLst>
          </p:nvPr>
        </p:nvGraphicFramePr>
        <p:xfrm>
          <a:off x="1273628" y="1209507"/>
          <a:ext cx="9252856" cy="49674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83940">
                  <a:extLst>
                    <a:ext uri="{9D8B030D-6E8A-4147-A177-3AD203B41FA5}">
                      <a16:colId xmlns:a16="http://schemas.microsoft.com/office/drawing/2014/main" val="1390744624"/>
                    </a:ext>
                  </a:extLst>
                </a:gridCol>
                <a:gridCol w="3083940">
                  <a:extLst>
                    <a:ext uri="{9D8B030D-6E8A-4147-A177-3AD203B41FA5}">
                      <a16:colId xmlns:a16="http://schemas.microsoft.com/office/drawing/2014/main" val="1725238201"/>
                    </a:ext>
                  </a:extLst>
                </a:gridCol>
                <a:gridCol w="3084976">
                  <a:extLst>
                    <a:ext uri="{9D8B030D-6E8A-4147-A177-3AD203B41FA5}">
                      <a16:colId xmlns:a16="http://schemas.microsoft.com/office/drawing/2014/main" val="2185620701"/>
                    </a:ext>
                  </a:extLst>
                </a:gridCol>
              </a:tblGrid>
              <a:tr h="87023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Time Taken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Several hours to days (research, booking)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Few minutes (automated)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9638979"/>
                  </a:ext>
                </a:extLst>
              </a:tr>
              <a:tr h="8114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Cost Efficiency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May miss cheaper options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Finds optimized deals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520870"/>
                  </a:ext>
                </a:extLst>
              </a:tr>
              <a:tr h="82480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Personalization	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Generic, depends on user’s research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Tailored to preferences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98403333"/>
                  </a:ext>
                </a:extLst>
              </a:tr>
              <a:tr h="8114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Accuracy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Prone to human error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Data-driven, highly accurate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73841327"/>
                  </a:ext>
                </a:extLst>
              </a:tr>
              <a:tr h="82480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Flexibility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Hard to re-plan quickly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Dynamic re-planning possibl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97492830"/>
                  </a:ext>
                </a:extLst>
              </a:tr>
              <a:tr h="82480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>
                          <a:effectLst/>
                        </a:rPr>
                        <a:t>User Effort</a:t>
                      </a:r>
                      <a:endParaRPr lang="en-IN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High (multiple websites, calls)</a:t>
                      </a:r>
                      <a:endParaRPr lang="en-IN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100" dirty="0">
                          <a:effectLst/>
                        </a:rPr>
                        <a:t>Low (single interface)</a:t>
                      </a:r>
                      <a:endParaRPr lang="en-IN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05411397"/>
                  </a:ext>
                </a:extLst>
              </a:tr>
            </a:tbl>
          </a:graphicData>
        </a:graphic>
      </p:graphicFrame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F02CEC96-917F-F5DB-6181-A916C712983E}"/>
              </a:ext>
            </a:extLst>
          </p:cNvPr>
          <p:cNvSpPr/>
          <p:nvPr/>
        </p:nvSpPr>
        <p:spPr>
          <a:xfrm>
            <a:off x="8650628" y="681037"/>
            <a:ext cx="431800" cy="431800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>
            <a:extLst>
              <a:ext uri="{FF2B5EF4-FFF2-40B4-BE49-F238E27FC236}">
                <a16:creationId xmlns:a16="http://schemas.microsoft.com/office/drawing/2014/main" id="{74CEEE52-5885-5956-66A1-3438CD49DCE9}"/>
              </a:ext>
            </a:extLst>
          </p:cNvPr>
          <p:cNvSpPr/>
          <p:nvPr/>
        </p:nvSpPr>
        <p:spPr>
          <a:xfrm>
            <a:off x="10961912" y="5346575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54C348A-9148-34AF-2105-D3F121073431}"/>
              </a:ext>
            </a:extLst>
          </p:cNvPr>
          <p:cNvGrpSpPr/>
          <p:nvPr/>
        </p:nvGrpSpPr>
        <p:grpSpPr>
          <a:xfrm>
            <a:off x="232872" y="6271130"/>
            <a:ext cx="5351499" cy="609290"/>
            <a:chOff x="618333" y="6026099"/>
            <a:chExt cx="4886323" cy="60929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524A1A9-9EA3-46F1-6417-9E7900E3A706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0415DFB4-2B9C-8DEB-A07C-7DC3FDF58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95B1BB2-6152-6503-8330-06F847EFF45D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876002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22B-C361-6BC6-BBA9-9CB133339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b="1" dirty="0"/>
              <a:t>Accuracy of Recommendations vs User Satisfaction</a:t>
            </a:r>
            <a:br>
              <a:rPr lang="en-IN" b="1" dirty="0"/>
            </a:br>
            <a:endParaRPr lang="en-IN" b="1" dirty="0"/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84EA5D61-FDBD-B0F1-02CE-FEA10971D1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9796177"/>
              </p:ext>
            </p:extLst>
          </p:nvPr>
        </p:nvGraphicFramePr>
        <p:xfrm>
          <a:off x="998951" y="1137352"/>
          <a:ext cx="9701706" cy="50151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98472">
                  <a:extLst>
                    <a:ext uri="{9D8B030D-6E8A-4147-A177-3AD203B41FA5}">
                      <a16:colId xmlns:a16="http://schemas.microsoft.com/office/drawing/2014/main" val="3446254611"/>
                    </a:ext>
                  </a:extLst>
                </a:gridCol>
                <a:gridCol w="3098472">
                  <a:extLst>
                    <a:ext uri="{9D8B030D-6E8A-4147-A177-3AD203B41FA5}">
                      <a16:colId xmlns:a16="http://schemas.microsoft.com/office/drawing/2014/main" val="4042224731"/>
                    </a:ext>
                  </a:extLst>
                </a:gridCol>
                <a:gridCol w="3504762">
                  <a:extLst>
                    <a:ext uri="{9D8B030D-6E8A-4147-A177-3AD203B41FA5}">
                      <a16:colId xmlns:a16="http://schemas.microsoft.com/office/drawing/2014/main" val="1094385661"/>
                    </a:ext>
                  </a:extLst>
                </a:gridCol>
              </a:tblGrid>
              <a:tr h="3086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Metric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 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endParaRPr lang="en-IN" sz="1800"/>
                    </a:p>
                  </a:txBody>
                  <a:tcPr marL="10979" marR="10979" marT="5489" marB="5489"/>
                </a:tc>
                <a:extLst>
                  <a:ext uri="{0D108BD9-81ED-4DB2-BD59-A6C34878D82A}">
                    <a16:rowId xmlns:a16="http://schemas.microsoft.com/office/drawing/2014/main" val="1454020994"/>
                  </a:ext>
                </a:extLst>
              </a:tr>
              <a:tr h="662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800" kern="100">
                          <a:effectLst/>
                        </a:rPr>
                        <a:t>Accuracy (%) 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144" marR="1144" marT="1144" marB="1144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User Satisfaction (%)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endParaRPr lang="en-IN" sz="1800"/>
                    </a:p>
                  </a:txBody>
                  <a:tcPr marL="10979" marR="10979" marT="5489" marB="5489"/>
                </a:tc>
                <a:extLst>
                  <a:ext uri="{0D108BD9-81ED-4DB2-BD59-A6C34878D82A}">
                    <a16:rowId xmlns:a16="http://schemas.microsoft.com/office/drawing/2014/main" val="1821685490"/>
                  </a:ext>
                </a:extLst>
              </a:tr>
              <a:tr h="8729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Destination Recommendation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88%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85%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1153858159"/>
                  </a:ext>
                </a:extLst>
              </a:tr>
              <a:tr h="66296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Hotel Recommendation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92%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89%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2315372441"/>
                  </a:ext>
                </a:extLst>
              </a:tr>
              <a:tr h="8729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Restaurant/Food Suggestion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86%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83%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3459691240"/>
                  </a:ext>
                </a:extLst>
              </a:tr>
              <a:tr h="55795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Activity Planning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90%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87%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3491921512"/>
                  </a:ext>
                </a:extLst>
              </a:tr>
              <a:tr h="76796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Transportation Planning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84%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82%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3039440122"/>
                  </a:ext>
                </a:extLst>
              </a:tr>
              <a:tr h="3086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Overall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</a:rPr>
                        <a:t>88%</a:t>
                      </a:r>
                      <a:endParaRPr lang="en-IN" sz="18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</a:rPr>
                        <a:t>85%</a:t>
                      </a:r>
                      <a:endParaRPr lang="en-IN" sz="18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234" marR="8234" marT="0" marB="0"/>
                </a:tc>
                <a:extLst>
                  <a:ext uri="{0D108BD9-81ED-4DB2-BD59-A6C34878D82A}">
                    <a16:rowId xmlns:a16="http://schemas.microsoft.com/office/drawing/2014/main" val="2400645505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CB0AA06F-6C54-6971-B5AE-1727DC0183B6}"/>
              </a:ext>
            </a:extLst>
          </p:cNvPr>
          <p:cNvGrpSpPr/>
          <p:nvPr/>
        </p:nvGrpSpPr>
        <p:grpSpPr>
          <a:xfrm>
            <a:off x="232872" y="6271130"/>
            <a:ext cx="5351499" cy="609290"/>
            <a:chOff x="618333" y="6026099"/>
            <a:chExt cx="4886323" cy="60929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85C4D3C-49C5-A6F7-E081-960C801F7665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43024A23-B966-99F0-2932-F8041F7DA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B1A33C0-487C-9565-F78C-5640D9A50B14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Flowchart: Connector 7">
            <a:extLst>
              <a:ext uri="{FF2B5EF4-FFF2-40B4-BE49-F238E27FC236}">
                <a16:creationId xmlns:a16="http://schemas.microsoft.com/office/drawing/2014/main" id="{BB093629-D47A-7CB9-6C09-21BA28FC3426}"/>
              </a:ext>
            </a:extLst>
          </p:cNvPr>
          <p:cNvSpPr/>
          <p:nvPr/>
        </p:nvSpPr>
        <p:spPr>
          <a:xfrm>
            <a:off x="11060434" y="1137352"/>
            <a:ext cx="431800" cy="431800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558BFB37-5A63-C8D0-421D-BBBD1A0413D3}"/>
              </a:ext>
            </a:extLst>
          </p:cNvPr>
          <p:cNvSpPr/>
          <p:nvPr/>
        </p:nvSpPr>
        <p:spPr>
          <a:xfrm>
            <a:off x="11529492" y="3314053"/>
            <a:ext cx="229893" cy="229893"/>
          </a:xfrm>
          <a:prstGeom prst="flowChartConnector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owchart: Connector 10">
            <a:extLst>
              <a:ext uri="{FF2B5EF4-FFF2-40B4-BE49-F238E27FC236}">
                <a16:creationId xmlns:a16="http://schemas.microsoft.com/office/drawing/2014/main" id="{5E2D424A-23D2-21A0-A20A-3103B805FD45}"/>
              </a:ext>
            </a:extLst>
          </p:cNvPr>
          <p:cNvSpPr/>
          <p:nvPr/>
        </p:nvSpPr>
        <p:spPr>
          <a:xfrm>
            <a:off x="10545724" y="5936595"/>
            <a:ext cx="431800" cy="431800"/>
          </a:xfrm>
          <a:prstGeom prst="flowChartConnector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1075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DD817-0C9A-83B2-07E2-52685EA0C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7E2D6C21-5F23-FE6A-46C8-637BD7293947}"/>
              </a:ext>
            </a:extLst>
          </p:cNvPr>
          <p:cNvGrpSpPr/>
          <p:nvPr/>
        </p:nvGrpSpPr>
        <p:grpSpPr>
          <a:xfrm>
            <a:off x="732633" y="442914"/>
            <a:ext cx="5130795" cy="5115464"/>
            <a:chOff x="965200" y="1122616"/>
            <a:chExt cx="4248146" cy="423545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50668FB-C0DE-2873-C921-894C7C9EF43B}"/>
                </a:ext>
              </a:extLst>
            </p:cNvPr>
            <p:cNvSpPr/>
            <p:nvPr/>
          </p:nvSpPr>
          <p:spPr>
            <a:xfrm>
              <a:off x="965200" y="1122616"/>
              <a:ext cx="2095498" cy="2095498"/>
            </a:xfrm>
            <a:prstGeom prst="rect">
              <a:avLst/>
            </a:prstGeom>
            <a:solidFill>
              <a:srgbClr val="1B13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8004D42-ABE9-D347-A138-5607C5AFBED4}"/>
                </a:ext>
              </a:extLst>
            </p:cNvPr>
            <p:cNvSpPr/>
            <p:nvPr/>
          </p:nvSpPr>
          <p:spPr>
            <a:xfrm>
              <a:off x="3117848" y="3262570"/>
              <a:ext cx="2095498" cy="2095498"/>
            </a:xfrm>
            <a:prstGeom prst="rect">
              <a:avLst/>
            </a:prstGeom>
            <a:solidFill>
              <a:srgbClr val="F39E3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A1A238D-BB1A-1DF7-5EAD-942C093B5C08}"/>
              </a:ext>
            </a:extLst>
          </p:cNvPr>
          <p:cNvSpPr txBox="1"/>
          <p:nvPr/>
        </p:nvSpPr>
        <p:spPr>
          <a:xfrm>
            <a:off x="875918" y="727507"/>
            <a:ext cx="2387600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Suggestions, hotel recommendations, food options, and activity planning.</a:t>
            </a:r>
          </a:p>
          <a:p>
            <a:endParaRPr lang="en-US" sz="14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4DC5ED-E3E1-5D2F-5A65-894D55EE8B60}"/>
              </a:ext>
            </a:extLst>
          </p:cNvPr>
          <p:cNvSpPr txBox="1"/>
          <p:nvPr/>
        </p:nvSpPr>
        <p:spPr>
          <a:xfrm>
            <a:off x="3405376" y="3199046"/>
            <a:ext cx="23852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Focus on saving time, cost, and effort</a:t>
            </a:r>
            <a:r>
              <a:rPr lang="en-US" dirty="0"/>
              <a:t>.</a:t>
            </a:r>
            <a:endParaRPr lang="en-US" sz="3200" b="1" spc="-300" dirty="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AE1F59-2710-4E73-B70C-819413314C80}"/>
              </a:ext>
            </a:extLst>
          </p:cNvPr>
          <p:cNvSpPr txBox="1"/>
          <p:nvPr/>
        </p:nvSpPr>
        <p:spPr>
          <a:xfrm>
            <a:off x="6096000" y="442914"/>
            <a:ext cx="6307773" cy="722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5400" b="1" spc="-300" dirty="0">
                <a:solidFill>
                  <a:srgbClr val="F39E3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Modules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2F462E-D943-42F6-B9AB-4EEBC1E44D51}"/>
              </a:ext>
            </a:extLst>
          </p:cNvPr>
          <p:cNvSpPr txBox="1"/>
          <p:nvPr/>
        </p:nvSpPr>
        <p:spPr>
          <a:xfrm>
            <a:off x="6130514" y="1677083"/>
            <a:ext cx="55959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project is divided into key modules such as destination suggestions, hotel recommendations, food options, and activity planning. It also includes transportation and re-planning features. Each module works independently yet integrates into a single platform. The features focus on saving time, cost, and effort. Together, they create a complete AI-based travel planner.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AC823BB-6B2F-B4F6-47E3-4FFDCDFAED88}"/>
              </a:ext>
            </a:extLst>
          </p:cNvPr>
          <p:cNvGrpSpPr/>
          <p:nvPr/>
        </p:nvGrpSpPr>
        <p:grpSpPr>
          <a:xfrm>
            <a:off x="232872" y="6271130"/>
            <a:ext cx="5351499" cy="609290"/>
            <a:chOff x="618333" y="6026099"/>
            <a:chExt cx="4886323" cy="60929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16A94CE-24C3-FA4D-37A2-349BF4F0D6D2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753CF436-093F-67CD-A9E7-D8D374E10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8E9420E-5C17-032D-AB00-A0171B6EFDCE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8460911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65925-97BA-7ADC-D3CF-0EF71362C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457" y="0"/>
            <a:ext cx="10515600" cy="1121229"/>
          </a:xfrm>
        </p:spPr>
        <p:txBody>
          <a:bodyPr/>
          <a:lstStyle/>
          <a:p>
            <a:pPr algn="ctr"/>
            <a:r>
              <a:rPr lang="en-US" b="1" dirty="0"/>
              <a:t>Postman API for Output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9A5614-7D60-CAEF-4B21-70253FA4F0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457" y="1367745"/>
            <a:ext cx="5377543" cy="435133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D73BAC-F9EF-D807-5502-048B4E99F2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640" y="1405551"/>
            <a:ext cx="5052417" cy="43135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90E896-98A3-DCDF-98E9-C246AD886770}"/>
              </a:ext>
            </a:extLst>
          </p:cNvPr>
          <p:cNvSpPr/>
          <p:nvPr/>
        </p:nvSpPr>
        <p:spPr>
          <a:xfrm>
            <a:off x="175532" y="4895169"/>
            <a:ext cx="542925" cy="1647826"/>
          </a:xfrm>
          <a:prstGeom prst="rect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DB43D6-1C99-741E-0D0C-27E046AADF93}"/>
              </a:ext>
            </a:extLst>
          </p:cNvPr>
          <p:cNvSpPr/>
          <p:nvPr/>
        </p:nvSpPr>
        <p:spPr>
          <a:xfrm>
            <a:off x="11234057" y="291840"/>
            <a:ext cx="548368" cy="1943100"/>
          </a:xfrm>
          <a:prstGeom prst="rect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70018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B983C-A218-F116-13B6-50B6510E0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6"/>
            <a:ext cx="10515600" cy="832304"/>
          </a:xfrm>
        </p:spPr>
        <p:txBody>
          <a:bodyPr/>
          <a:lstStyle/>
          <a:p>
            <a:pPr algn="ctr"/>
            <a:r>
              <a:rPr lang="en-US" b="1" dirty="0"/>
              <a:t>MongoDB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A5670-39A9-04DA-8F90-5028DF7C3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186543"/>
            <a:ext cx="8610600" cy="4990420"/>
          </a:xfrm>
        </p:spPr>
        <p:txBody>
          <a:bodyPr>
            <a:normAutofit/>
          </a:bodyPr>
          <a:lstStyle/>
          <a:p>
            <a:pPr lvl="1"/>
            <a:r>
              <a:rPr lang="en-US" sz="2800" dirty="0"/>
              <a:t>I have used MongoDB for storing and managing application data efficiently.</a:t>
            </a:r>
          </a:p>
          <a:p>
            <a:pPr marL="457200" lvl="1" indent="0">
              <a:buNone/>
            </a:pPr>
            <a:endParaRPr lang="en-US" sz="2800" dirty="0"/>
          </a:p>
          <a:p>
            <a:pPr lvl="1"/>
            <a:r>
              <a:rPr lang="en-US" sz="2800" dirty="0"/>
              <a:t>“All project data is efficiently stored and managed using MongoDB for scalability and flexibility.”</a:t>
            </a:r>
          </a:p>
          <a:p>
            <a:pPr marL="457200" lvl="1" indent="0">
              <a:buNone/>
            </a:pPr>
            <a:endParaRPr lang="en-US" sz="2800" dirty="0"/>
          </a:p>
          <a:p>
            <a:pPr lvl="1"/>
            <a:r>
              <a:rPr lang="en-US" sz="2800" dirty="0"/>
              <a:t>MongoDB is used as the database to store and organize application data.</a:t>
            </a:r>
          </a:p>
          <a:p>
            <a:pPr marL="457200" lvl="1" indent="0">
              <a:buNone/>
            </a:pPr>
            <a:endParaRPr lang="en-US" sz="2800" dirty="0"/>
          </a:p>
          <a:p>
            <a:pPr lvl="1"/>
            <a:r>
              <a:rPr lang="en-US" sz="2800" dirty="0"/>
              <a:t>I utilized MongoDB for flexible and scalable data storage.</a:t>
            </a:r>
          </a:p>
          <a:p>
            <a:pPr marL="457200" lvl="1" indent="0">
              <a:buNone/>
            </a:pPr>
            <a:endParaRPr lang="en-IN" sz="2800" dirty="0"/>
          </a:p>
        </p:txBody>
      </p:sp>
      <p:pic>
        <p:nvPicPr>
          <p:cNvPr id="2050" name="Picture 2" descr="What is MongoDB? NoSQL database explained in an easy way.">
            <a:extLst>
              <a:ext uri="{FF2B5EF4-FFF2-40B4-BE49-F238E27FC236}">
                <a16:creationId xmlns:a16="http://schemas.microsoft.com/office/drawing/2014/main" id="{B7A480FD-0A7F-D43C-848D-E2D8D0E25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8801" y="1962150"/>
            <a:ext cx="2181225" cy="293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845832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C5D6E-75BE-3BF8-DDFF-AEFFFAB7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57251C9-50E1-D6E7-1A31-0100DAF93BD5}"/>
              </a:ext>
            </a:extLst>
          </p:cNvPr>
          <p:cNvSpPr/>
          <p:nvPr/>
        </p:nvSpPr>
        <p:spPr>
          <a:xfrm>
            <a:off x="0" y="5871188"/>
            <a:ext cx="3428206" cy="697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337761C-828E-FF7C-E1DA-E59A8E2AF68F}"/>
              </a:ext>
            </a:extLst>
          </p:cNvPr>
          <p:cNvGrpSpPr/>
          <p:nvPr/>
        </p:nvGrpSpPr>
        <p:grpSpPr>
          <a:xfrm>
            <a:off x="732633" y="6026099"/>
            <a:ext cx="4886323" cy="388987"/>
            <a:chOff x="618333" y="6026099"/>
            <a:chExt cx="4886323" cy="38898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B643686-7E6A-4CFC-EB4B-F0BC1CE50BFB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338554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600">
                  <a:solidFill>
                    <a:srgbClr val="1B134C"/>
                  </a:solidFill>
                  <a:latin typeface="Poppins"/>
                  <a:cs typeface="Poppins"/>
                </a:rPr>
                <a:t>PPT Deck Name</a:t>
              </a:r>
              <a:endParaRPr lang="en-US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DB8019E4-3052-E355-AC05-A6B236742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EA24FC2-CF6A-5B4D-1C5F-4C0CC5ABE0AB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B025B9C4-F752-BA55-ED61-374A73D75A56}"/>
              </a:ext>
            </a:extLst>
          </p:cNvPr>
          <p:cNvSpPr/>
          <p:nvPr/>
        </p:nvSpPr>
        <p:spPr>
          <a:xfrm>
            <a:off x="5350417" y="5188524"/>
            <a:ext cx="12353" cy="30919"/>
          </a:xfrm>
          <a:custGeom>
            <a:avLst/>
            <a:gdLst>
              <a:gd name="connsiteX0" fmla="*/ 12353 w 12353"/>
              <a:gd name="connsiteY0" fmla="*/ 0 h 30919"/>
              <a:gd name="connsiteX1" fmla="*/ 12353 w 12353"/>
              <a:gd name="connsiteY1" fmla="*/ 30919 h 30919"/>
              <a:gd name="connsiteX2" fmla="*/ 0 w 12353"/>
              <a:gd name="connsiteY2" fmla="*/ 30919 h 30919"/>
              <a:gd name="connsiteX3" fmla="*/ 12353 w 12353"/>
              <a:gd name="connsiteY3" fmla="*/ 0 h 3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53" h="30919">
                <a:moveTo>
                  <a:pt x="12353" y="0"/>
                </a:moveTo>
                <a:lnTo>
                  <a:pt x="12353" y="30919"/>
                </a:lnTo>
                <a:lnTo>
                  <a:pt x="0" y="30919"/>
                </a:lnTo>
                <a:lnTo>
                  <a:pt x="12353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C0F69D18-CE50-461C-EEC6-410F6DE31B4A}"/>
              </a:ext>
            </a:extLst>
          </p:cNvPr>
          <p:cNvSpPr/>
          <p:nvPr/>
        </p:nvSpPr>
        <p:spPr>
          <a:xfrm>
            <a:off x="8199398" y="5188528"/>
            <a:ext cx="12351" cy="30914"/>
          </a:xfrm>
          <a:custGeom>
            <a:avLst/>
            <a:gdLst>
              <a:gd name="connsiteX0" fmla="*/ 0 w 12351"/>
              <a:gd name="connsiteY0" fmla="*/ 0 h 30914"/>
              <a:gd name="connsiteX1" fmla="*/ 12351 w 12351"/>
              <a:gd name="connsiteY1" fmla="*/ 30914 h 30914"/>
              <a:gd name="connsiteX2" fmla="*/ 0 w 12351"/>
              <a:gd name="connsiteY2" fmla="*/ 30914 h 30914"/>
              <a:gd name="connsiteX3" fmla="*/ 0 w 12351"/>
              <a:gd name="connsiteY3" fmla="*/ 0 h 30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351" h="30914">
                <a:moveTo>
                  <a:pt x="0" y="0"/>
                </a:moveTo>
                <a:lnTo>
                  <a:pt x="12351" y="30914"/>
                </a:lnTo>
                <a:lnTo>
                  <a:pt x="0" y="3091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FE93AAB-0163-5C78-D1FF-50980A9FA6C6}"/>
              </a:ext>
            </a:extLst>
          </p:cNvPr>
          <p:cNvGrpSpPr/>
          <p:nvPr/>
        </p:nvGrpSpPr>
        <p:grpSpPr>
          <a:xfrm rot="6938371">
            <a:off x="985624" y="652133"/>
            <a:ext cx="1711486" cy="2134875"/>
            <a:chOff x="3677188" y="667032"/>
            <a:chExt cx="2836628" cy="3580883"/>
          </a:xfrm>
          <a:effectLst>
            <a:outerShdw blurRad="50800" dist="1905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330C967-4D19-8854-47DB-D03D3DD7FC8C}"/>
                </a:ext>
              </a:extLst>
            </p:cNvPr>
            <p:cNvSpPr/>
            <p:nvPr/>
          </p:nvSpPr>
          <p:spPr>
            <a:xfrm>
              <a:off x="3677188" y="667032"/>
              <a:ext cx="1418314" cy="3580883"/>
            </a:xfrm>
            <a:custGeom>
              <a:avLst/>
              <a:gdLst>
                <a:gd name="connsiteX0" fmla="*/ 1418314 w 1418314"/>
                <a:gd name="connsiteY0" fmla="*/ 0 h 3580883"/>
                <a:gd name="connsiteX1" fmla="*/ 1418314 w 1418314"/>
                <a:gd name="connsiteY1" fmla="*/ 3023642 h 3580883"/>
                <a:gd name="connsiteX2" fmla="*/ 0 w 1418314"/>
                <a:gd name="connsiteY2" fmla="*/ 3580883 h 3580883"/>
                <a:gd name="connsiteX3" fmla="*/ 0 w 1418314"/>
                <a:gd name="connsiteY3" fmla="*/ 3549964 h 3580883"/>
                <a:gd name="connsiteX4" fmla="*/ 1418313 w 1418314"/>
                <a:gd name="connsiteY4" fmla="*/ 1 h 3580883"/>
                <a:gd name="connsiteX5" fmla="*/ 1418314 w 1418314"/>
                <a:gd name="connsiteY5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8314" h="3580883">
                  <a:moveTo>
                    <a:pt x="1418314" y="0"/>
                  </a:moveTo>
                  <a:lnTo>
                    <a:pt x="1418314" y="3023642"/>
                  </a:lnTo>
                  <a:lnTo>
                    <a:pt x="0" y="3580883"/>
                  </a:lnTo>
                  <a:lnTo>
                    <a:pt x="0" y="3549964"/>
                  </a:lnTo>
                  <a:lnTo>
                    <a:pt x="1418313" y="1"/>
                  </a:lnTo>
                  <a:lnTo>
                    <a:pt x="1418314" y="0"/>
                  </a:lnTo>
                  <a:close/>
                </a:path>
              </a:pathLst>
            </a:custGeom>
            <a:solidFill>
              <a:srgbClr val="F6B0EF"/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8B0CF06-1611-0CF2-0977-55819630611E}"/>
                </a:ext>
              </a:extLst>
            </p:cNvPr>
            <p:cNvSpPr/>
            <p:nvPr/>
          </p:nvSpPr>
          <p:spPr>
            <a:xfrm>
              <a:off x="5095502" y="667032"/>
              <a:ext cx="1418314" cy="3580883"/>
            </a:xfrm>
            <a:custGeom>
              <a:avLst/>
              <a:gdLst>
                <a:gd name="connsiteX0" fmla="*/ 0 w 1418314"/>
                <a:gd name="connsiteY0" fmla="*/ 0 h 3580883"/>
                <a:gd name="connsiteX1" fmla="*/ 1418314 w 1418314"/>
                <a:gd name="connsiteY1" fmla="*/ 3549969 h 3580883"/>
                <a:gd name="connsiteX2" fmla="*/ 1418314 w 1418314"/>
                <a:gd name="connsiteY2" fmla="*/ 3580883 h 3580883"/>
                <a:gd name="connsiteX3" fmla="*/ 0 w 1418314"/>
                <a:gd name="connsiteY3" fmla="*/ 3023642 h 3580883"/>
                <a:gd name="connsiteX4" fmla="*/ 0 w 1418314"/>
                <a:gd name="connsiteY4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8314" h="3580883">
                  <a:moveTo>
                    <a:pt x="0" y="0"/>
                  </a:moveTo>
                  <a:lnTo>
                    <a:pt x="1418314" y="3549969"/>
                  </a:lnTo>
                  <a:lnTo>
                    <a:pt x="1418314" y="3580883"/>
                  </a:lnTo>
                  <a:lnTo>
                    <a:pt x="0" y="3023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030A0"/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70B5B3-E78A-68DB-29C3-5DDAE0811204}"/>
              </a:ext>
            </a:extLst>
          </p:cNvPr>
          <p:cNvGrpSpPr/>
          <p:nvPr/>
        </p:nvGrpSpPr>
        <p:grpSpPr>
          <a:xfrm rot="6369985">
            <a:off x="3166311" y="1272596"/>
            <a:ext cx="1711486" cy="2134875"/>
            <a:chOff x="3677188" y="667032"/>
            <a:chExt cx="2836628" cy="3580883"/>
          </a:xfrm>
          <a:effectLst>
            <a:outerShdw blurRad="50800" dist="1905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763A57D-B6C7-3F71-5156-01EEBFC9D14E}"/>
                </a:ext>
              </a:extLst>
            </p:cNvPr>
            <p:cNvSpPr/>
            <p:nvPr/>
          </p:nvSpPr>
          <p:spPr>
            <a:xfrm>
              <a:off x="3677188" y="667032"/>
              <a:ext cx="1418314" cy="3580883"/>
            </a:xfrm>
            <a:custGeom>
              <a:avLst/>
              <a:gdLst>
                <a:gd name="connsiteX0" fmla="*/ 1418314 w 1418314"/>
                <a:gd name="connsiteY0" fmla="*/ 0 h 3580883"/>
                <a:gd name="connsiteX1" fmla="*/ 1418314 w 1418314"/>
                <a:gd name="connsiteY1" fmla="*/ 3023642 h 3580883"/>
                <a:gd name="connsiteX2" fmla="*/ 0 w 1418314"/>
                <a:gd name="connsiteY2" fmla="*/ 3580883 h 3580883"/>
                <a:gd name="connsiteX3" fmla="*/ 0 w 1418314"/>
                <a:gd name="connsiteY3" fmla="*/ 3549964 h 3580883"/>
                <a:gd name="connsiteX4" fmla="*/ 1418313 w 1418314"/>
                <a:gd name="connsiteY4" fmla="*/ 1 h 3580883"/>
                <a:gd name="connsiteX5" fmla="*/ 1418314 w 1418314"/>
                <a:gd name="connsiteY5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8314" h="3580883">
                  <a:moveTo>
                    <a:pt x="1418314" y="0"/>
                  </a:moveTo>
                  <a:lnTo>
                    <a:pt x="1418314" y="3023642"/>
                  </a:lnTo>
                  <a:lnTo>
                    <a:pt x="0" y="3580883"/>
                  </a:lnTo>
                  <a:lnTo>
                    <a:pt x="0" y="3549964"/>
                  </a:lnTo>
                  <a:lnTo>
                    <a:pt x="1418313" y="1"/>
                  </a:lnTo>
                  <a:lnTo>
                    <a:pt x="1418314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4A792B2-F3A3-9F41-9961-8645B034BFE3}"/>
                </a:ext>
              </a:extLst>
            </p:cNvPr>
            <p:cNvSpPr/>
            <p:nvPr/>
          </p:nvSpPr>
          <p:spPr>
            <a:xfrm>
              <a:off x="5095502" y="667032"/>
              <a:ext cx="1418314" cy="3580883"/>
            </a:xfrm>
            <a:custGeom>
              <a:avLst/>
              <a:gdLst>
                <a:gd name="connsiteX0" fmla="*/ 0 w 1418314"/>
                <a:gd name="connsiteY0" fmla="*/ 0 h 3580883"/>
                <a:gd name="connsiteX1" fmla="*/ 1418314 w 1418314"/>
                <a:gd name="connsiteY1" fmla="*/ 3549969 h 3580883"/>
                <a:gd name="connsiteX2" fmla="*/ 1418314 w 1418314"/>
                <a:gd name="connsiteY2" fmla="*/ 3580883 h 3580883"/>
                <a:gd name="connsiteX3" fmla="*/ 0 w 1418314"/>
                <a:gd name="connsiteY3" fmla="*/ 3023642 h 3580883"/>
                <a:gd name="connsiteX4" fmla="*/ 0 w 1418314"/>
                <a:gd name="connsiteY4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8314" h="3580883">
                  <a:moveTo>
                    <a:pt x="0" y="0"/>
                  </a:moveTo>
                  <a:lnTo>
                    <a:pt x="1418314" y="3549969"/>
                  </a:lnTo>
                  <a:lnTo>
                    <a:pt x="1418314" y="3580883"/>
                  </a:lnTo>
                  <a:lnTo>
                    <a:pt x="0" y="3023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9274B3A-155E-BC4B-7AFA-D7167A86EF15}"/>
              </a:ext>
            </a:extLst>
          </p:cNvPr>
          <p:cNvGrpSpPr/>
          <p:nvPr/>
        </p:nvGrpSpPr>
        <p:grpSpPr>
          <a:xfrm rot="3580616">
            <a:off x="10329586" y="-4806"/>
            <a:ext cx="1711486" cy="2134875"/>
            <a:chOff x="3677188" y="667032"/>
            <a:chExt cx="2836628" cy="3580883"/>
          </a:xfrm>
          <a:effectLst>
            <a:outerShdw blurRad="50800" dist="1905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A111B67-CEBA-663B-DE52-503958A94B0C}"/>
                </a:ext>
              </a:extLst>
            </p:cNvPr>
            <p:cNvSpPr/>
            <p:nvPr/>
          </p:nvSpPr>
          <p:spPr>
            <a:xfrm>
              <a:off x="3677188" y="667032"/>
              <a:ext cx="1418314" cy="3580883"/>
            </a:xfrm>
            <a:custGeom>
              <a:avLst/>
              <a:gdLst>
                <a:gd name="connsiteX0" fmla="*/ 1418314 w 1418314"/>
                <a:gd name="connsiteY0" fmla="*/ 0 h 3580883"/>
                <a:gd name="connsiteX1" fmla="*/ 1418314 w 1418314"/>
                <a:gd name="connsiteY1" fmla="*/ 3023642 h 3580883"/>
                <a:gd name="connsiteX2" fmla="*/ 0 w 1418314"/>
                <a:gd name="connsiteY2" fmla="*/ 3580883 h 3580883"/>
                <a:gd name="connsiteX3" fmla="*/ 0 w 1418314"/>
                <a:gd name="connsiteY3" fmla="*/ 3549964 h 3580883"/>
                <a:gd name="connsiteX4" fmla="*/ 1418313 w 1418314"/>
                <a:gd name="connsiteY4" fmla="*/ 1 h 3580883"/>
                <a:gd name="connsiteX5" fmla="*/ 1418314 w 1418314"/>
                <a:gd name="connsiteY5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8314" h="3580883">
                  <a:moveTo>
                    <a:pt x="1418314" y="0"/>
                  </a:moveTo>
                  <a:lnTo>
                    <a:pt x="1418314" y="3023642"/>
                  </a:lnTo>
                  <a:lnTo>
                    <a:pt x="0" y="3580883"/>
                  </a:lnTo>
                  <a:lnTo>
                    <a:pt x="0" y="3549964"/>
                  </a:lnTo>
                  <a:lnTo>
                    <a:pt x="1418313" y="1"/>
                  </a:lnTo>
                  <a:lnTo>
                    <a:pt x="1418314" y="0"/>
                  </a:lnTo>
                  <a:close/>
                </a:path>
              </a:pathLst>
            </a:custGeom>
            <a:solidFill>
              <a:srgbClr val="EA7E68"/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F847131-1D3F-2F12-606C-CED38765223C}"/>
                </a:ext>
              </a:extLst>
            </p:cNvPr>
            <p:cNvSpPr/>
            <p:nvPr/>
          </p:nvSpPr>
          <p:spPr>
            <a:xfrm>
              <a:off x="5095502" y="667032"/>
              <a:ext cx="1418314" cy="3580883"/>
            </a:xfrm>
            <a:custGeom>
              <a:avLst/>
              <a:gdLst>
                <a:gd name="connsiteX0" fmla="*/ 0 w 1418314"/>
                <a:gd name="connsiteY0" fmla="*/ 0 h 3580883"/>
                <a:gd name="connsiteX1" fmla="*/ 1418314 w 1418314"/>
                <a:gd name="connsiteY1" fmla="*/ 3549969 h 3580883"/>
                <a:gd name="connsiteX2" fmla="*/ 1418314 w 1418314"/>
                <a:gd name="connsiteY2" fmla="*/ 3580883 h 3580883"/>
                <a:gd name="connsiteX3" fmla="*/ 0 w 1418314"/>
                <a:gd name="connsiteY3" fmla="*/ 3023642 h 3580883"/>
                <a:gd name="connsiteX4" fmla="*/ 0 w 1418314"/>
                <a:gd name="connsiteY4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8314" h="3580883">
                  <a:moveTo>
                    <a:pt x="0" y="0"/>
                  </a:moveTo>
                  <a:lnTo>
                    <a:pt x="1418314" y="3549969"/>
                  </a:lnTo>
                  <a:lnTo>
                    <a:pt x="1418314" y="3580883"/>
                  </a:lnTo>
                  <a:lnTo>
                    <a:pt x="0" y="3023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0000"/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8D3825E-5970-7586-D169-878B8B1E9337}"/>
              </a:ext>
            </a:extLst>
          </p:cNvPr>
          <p:cNvGrpSpPr/>
          <p:nvPr/>
        </p:nvGrpSpPr>
        <p:grpSpPr>
          <a:xfrm rot="4251561">
            <a:off x="8142680" y="990100"/>
            <a:ext cx="1711486" cy="2134875"/>
            <a:chOff x="3677188" y="667032"/>
            <a:chExt cx="2836628" cy="3580883"/>
          </a:xfrm>
          <a:effectLst>
            <a:outerShdw blurRad="50800" dist="1905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5F071A6-D31F-30D0-23FE-D95995CEC580}"/>
                </a:ext>
              </a:extLst>
            </p:cNvPr>
            <p:cNvSpPr/>
            <p:nvPr/>
          </p:nvSpPr>
          <p:spPr>
            <a:xfrm>
              <a:off x="3677188" y="667032"/>
              <a:ext cx="1418314" cy="3580883"/>
            </a:xfrm>
            <a:custGeom>
              <a:avLst/>
              <a:gdLst>
                <a:gd name="connsiteX0" fmla="*/ 1418314 w 1418314"/>
                <a:gd name="connsiteY0" fmla="*/ 0 h 3580883"/>
                <a:gd name="connsiteX1" fmla="*/ 1418314 w 1418314"/>
                <a:gd name="connsiteY1" fmla="*/ 3023642 h 3580883"/>
                <a:gd name="connsiteX2" fmla="*/ 0 w 1418314"/>
                <a:gd name="connsiteY2" fmla="*/ 3580883 h 3580883"/>
                <a:gd name="connsiteX3" fmla="*/ 0 w 1418314"/>
                <a:gd name="connsiteY3" fmla="*/ 3549964 h 3580883"/>
                <a:gd name="connsiteX4" fmla="*/ 1418313 w 1418314"/>
                <a:gd name="connsiteY4" fmla="*/ 1 h 3580883"/>
                <a:gd name="connsiteX5" fmla="*/ 1418314 w 1418314"/>
                <a:gd name="connsiteY5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8314" h="3580883">
                  <a:moveTo>
                    <a:pt x="1418314" y="0"/>
                  </a:moveTo>
                  <a:lnTo>
                    <a:pt x="1418314" y="3023642"/>
                  </a:lnTo>
                  <a:lnTo>
                    <a:pt x="0" y="3580883"/>
                  </a:lnTo>
                  <a:lnTo>
                    <a:pt x="0" y="3549964"/>
                  </a:lnTo>
                  <a:lnTo>
                    <a:pt x="1418313" y="1"/>
                  </a:lnTo>
                  <a:lnTo>
                    <a:pt x="141831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A87F852-C757-24CC-AA21-E7BA41C98329}"/>
                </a:ext>
              </a:extLst>
            </p:cNvPr>
            <p:cNvSpPr/>
            <p:nvPr/>
          </p:nvSpPr>
          <p:spPr>
            <a:xfrm>
              <a:off x="5095502" y="667032"/>
              <a:ext cx="1418314" cy="3580883"/>
            </a:xfrm>
            <a:custGeom>
              <a:avLst/>
              <a:gdLst>
                <a:gd name="connsiteX0" fmla="*/ 0 w 1418314"/>
                <a:gd name="connsiteY0" fmla="*/ 0 h 3580883"/>
                <a:gd name="connsiteX1" fmla="*/ 1418314 w 1418314"/>
                <a:gd name="connsiteY1" fmla="*/ 3549969 h 3580883"/>
                <a:gd name="connsiteX2" fmla="*/ 1418314 w 1418314"/>
                <a:gd name="connsiteY2" fmla="*/ 3580883 h 3580883"/>
                <a:gd name="connsiteX3" fmla="*/ 0 w 1418314"/>
                <a:gd name="connsiteY3" fmla="*/ 3023642 h 3580883"/>
                <a:gd name="connsiteX4" fmla="*/ 0 w 1418314"/>
                <a:gd name="connsiteY4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8314" h="3580883">
                  <a:moveTo>
                    <a:pt x="0" y="0"/>
                  </a:moveTo>
                  <a:lnTo>
                    <a:pt x="1418314" y="3549969"/>
                  </a:lnTo>
                  <a:lnTo>
                    <a:pt x="1418314" y="3580883"/>
                  </a:lnTo>
                  <a:lnTo>
                    <a:pt x="0" y="3023642"/>
                  </a:lnTo>
                  <a:lnTo>
                    <a:pt x="0" y="0"/>
                  </a:lnTo>
                  <a:close/>
                </a:path>
              </a:pathLst>
            </a:custGeom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29CD33C-9C40-C210-295F-0604F8C284B8}"/>
              </a:ext>
            </a:extLst>
          </p:cNvPr>
          <p:cNvGrpSpPr/>
          <p:nvPr/>
        </p:nvGrpSpPr>
        <p:grpSpPr>
          <a:xfrm rot="5079748">
            <a:off x="5634384" y="1440377"/>
            <a:ext cx="1711486" cy="2134875"/>
            <a:chOff x="3677188" y="667032"/>
            <a:chExt cx="2836628" cy="3580883"/>
          </a:xfrm>
          <a:effectLst>
            <a:outerShdw blurRad="50800" dist="1905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F6F1AA71-4177-BBFC-A5A1-877AC3813B10}"/>
                </a:ext>
              </a:extLst>
            </p:cNvPr>
            <p:cNvSpPr/>
            <p:nvPr/>
          </p:nvSpPr>
          <p:spPr>
            <a:xfrm>
              <a:off x="3677188" y="667032"/>
              <a:ext cx="1418314" cy="3580883"/>
            </a:xfrm>
            <a:custGeom>
              <a:avLst/>
              <a:gdLst>
                <a:gd name="connsiteX0" fmla="*/ 1418314 w 1418314"/>
                <a:gd name="connsiteY0" fmla="*/ 0 h 3580883"/>
                <a:gd name="connsiteX1" fmla="*/ 1418314 w 1418314"/>
                <a:gd name="connsiteY1" fmla="*/ 3023642 h 3580883"/>
                <a:gd name="connsiteX2" fmla="*/ 0 w 1418314"/>
                <a:gd name="connsiteY2" fmla="*/ 3580883 h 3580883"/>
                <a:gd name="connsiteX3" fmla="*/ 0 w 1418314"/>
                <a:gd name="connsiteY3" fmla="*/ 3549964 h 3580883"/>
                <a:gd name="connsiteX4" fmla="*/ 1418313 w 1418314"/>
                <a:gd name="connsiteY4" fmla="*/ 1 h 3580883"/>
                <a:gd name="connsiteX5" fmla="*/ 1418314 w 1418314"/>
                <a:gd name="connsiteY5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8314" h="3580883">
                  <a:moveTo>
                    <a:pt x="1418314" y="0"/>
                  </a:moveTo>
                  <a:lnTo>
                    <a:pt x="1418314" y="3023642"/>
                  </a:lnTo>
                  <a:lnTo>
                    <a:pt x="0" y="3580883"/>
                  </a:lnTo>
                  <a:lnTo>
                    <a:pt x="0" y="3549964"/>
                  </a:lnTo>
                  <a:lnTo>
                    <a:pt x="1418313" y="1"/>
                  </a:lnTo>
                  <a:lnTo>
                    <a:pt x="1418314" y="0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0363FB3-422E-92EB-8940-F50659E63D89}"/>
                </a:ext>
              </a:extLst>
            </p:cNvPr>
            <p:cNvSpPr/>
            <p:nvPr/>
          </p:nvSpPr>
          <p:spPr>
            <a:xfrm>
              <a:off x="5095502" y="667032"/>
              <a:ext cx="1418314" cy="3580883"/>
            </a:xfrm>
            <a:custGeom>
              <a:avLst/>
              <a:gdLst>
                <a:gd name="connsiteX0" fmla="*/ 0 w 1418314"/>
                <a:gd name="connsiteY0" fmla="*/ 0 h 3580883"/>
                <a:gd name="connsiteX1" fmla="*/ 1418314 w 1418314"/>
                <a:gd name="connsiteY1" fmla="*/ 3549969 h 3580883"/>
                <a:gd name="connsiteX2" fmla="*/ 1418314 w 1418314"/>
                <a:gd name="connsiteY2" fmla="*/ 3580883 h 3580883"/>
                <a:gd name="connsiteX3" fmla="*/ 0 w 1418314"/>
                <a:gd name="connsiteY3" fmla="*/ 3023642 h 3580883"/>
                <a:gd name="connsiteX4" fmla="*/ 0 w 1418314"/>
                <a:gd name="connsiteY4" fmla="*/ 0 h 358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8314" h="3580883">
                  <a:moveTo>
                    <a:pt x="0" y="0"/>
                  </a:moveTo>
                  <a:lnTo>
                    <a:pt x="1418314" y="3549969"/>
                  </a:lnTo>
                  <a:lnTo>
                    <a:pt x="1418314" y="3580883"/>
                  </a:lnTo>
                  <a:lnTo>
                    <a:pt x="0" y="3023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bg2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/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effectLst>
                  <a:outerShdw dist="2540000" dir="10560000" sx="200000" sy="200000" algn="ctr" rotWithShape="0">
                    <a:schemeClr val="tx1">
                      <a:alpha val="67000"/>
                    </a:schemeClr>
                  </a:outerShdw>
                  <a:reflection stA="96000" endPos="65000" dist="50800" dir="5400000" sy="-100000" algn="bl" rotWithShape="0"/>
                </a:effectLst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F0E701E-3D6D-38C1-7DFA-654042AB9D10}"/>
              </a:ext>
            </a:extLst>
          </p:cNvPr>
          <p:cNvSpPr/>
          <p:nvPr/>
        </p:nvSpPr>
        <p:spPr>
          <a:xfrm>
            <a:off x="152400" y="6023588"/>
            <a:ext cx="3428206" cy="697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A9E3CD-4890-C761-7EF3-BC07A124DB59}"/>
              </a:ext>
            </a:extLst>
          </p:cNvPr>
          <p:cNvSpPr/>
          <p:nvPr/>
        </p:nvSpPr>
        <p:spPr>
          <a:xfrm>
            <a:off x="152400" y="6100341"/>
            <a:ext cx="3428206" cy="697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D9EB030-96F4-E76F-BEF1-F353A097F930}"/>
              </a:ext>
            </a:extLst>
          </p:cNvPr>
          <p:cNvGrpSpPr/>
          <p:nvPr/>
        </p:nvGrpSpPr>
        <p:grpSpPr>
          <a:xfrm>
            <a:off x="232872" y="6271130"/>
            <a:ext cx="5351499" cy="609290"/>
            <a:chOff x="618333" y="6026099"/>
            <a:chExt cx="4886323" cy="6092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8A3BD9E-E391-A89B-20A1-62234D793C11}"/>
                </a:ext>
              </a:extLst>
            </p:cNvPr>
            <p:cNvSpPr txBox="1"/>
            <p:nvPr/>
          </p:nvSpPr>
          <p:spPr>
            <a:xfrm>
              <a:off x="1123157" y="6050614"/>
              <a:ext cx="438149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rgbClr val="1B134C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Intelligent AI-Based Travel &amp; Tourism Planner</a:t>
              </a:r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0327753-4E27-C8BE-14C2-5A6F5ACF0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18333" y="6026099"/>
              <a:ext cx="353218" cy="388987"/>
            </a:xfrm>
            <a:prstGeom prst="rect">
              <a:avLst/>
            </a:prstGeom>
          </p:spPr>
        </p:pic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F5B82F-7C17-DA7E-3A39-077A0CC5D3F8}"/>
                </a:ext>
              </a:extLst>
            </p:cNvPr>
            <p:cNvCxnSpPr/>
            <p:nvPr/>
          </p:nvCxnSpPr>
          <p:spPr>
            <a:xfrm>
              <a:off x="1123157" y="6026099"/>
              <a:ext cx="0" cy="38898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33DB1AA-A2DE-4F06-2CE2-0043DF3BA52F}"/>
              </a:ext>
            </a:extLst>
          </p:cNvPr>
          <p:cNvSpPr txBox="1"/>
          <p:nvPr/>
        </p:nvSpPr>
        <p:spPr>
          <a:xfrm>
            <a:off x="785755" y="3342515"/>
            <a:ext cx="10578931" cy="2601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endParaRPr lang="en-IN" sz="14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  <a:buNone/>
            </a:pPr>
            <a:r>
              <a:rPr lang="en-IN" sz="2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project successfully built an AI-based tourism planner that provides intelligent, real-time, and optimized itineraries. By combining AI algorithms, NLP, and API integration, it solves the problem of manual travel planning. This system can be scaled into a commercial-grade travel assistant application in the future.</a:t>
            </a:r>
            <a:endParaRPr lang="en-IN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2C4FC8-70ED-BACE-8888-01BEF54A7A46}"/>
              </a:ext>
            </a:extLst>
          </p:cNvPr>
          <p:cNvSpPr txBox="1"/>
          <p:nvPr/>
        </p:nvSpPr>
        <p:spPr>
          <a:xfrm>
            <a:off x="4483848" y="529771"/>
            <a:ext cx="629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95A215-E21F-9162-FB59-18F8EF0E7A1F}"/>
              </a:ext>
            </a:extLst>
          </p:cNvPr>
          <p:cNvSpPr txBox="1"/>
          <p:nvPr/>
        </p:nvSpPr>
        <p:spPr>
          <a:xfrm rot="1540776">
            <a:off x="1439079" y="1354127"/>
            <a:ext cx="892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User</a:t>
            </a:r>
            <a:endParaRPr lang="en-IN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AE3CCC-3F38-C458-5060-27C0194C4E5D}"/>
              </a:ext>
            </a:extLst>
          </p:cNvPr>
          <p:cNvSpPr txBox="1"/>
          <p:nvPr/>
        </p:nvSpPr>
        <p:spPr>
          <a:xfrm rot="1167068">
            <a:off x="3491165" y="1955953"/>
            <a:ext cx="11859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 err="1"/>
              <a:t>FastAPI</a:t>
            </a:r>
            <a:r>
              <a:rPr lang="en-IN" sz="2000" b="1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4340B-EFBA-6A68-11FC-A300CE5AB63C}"/>
              </a:ext>
            </a:extLst>
          </p:cNvPr>
          <p:cNvSpPr txBox="1"/>
          <p:nvPr/>
        </p:nvSpPr>
        <p:spPr>
          <a:xfrm rot="21313600">
            <a:off x="5665580" y="2131045"/>
            <a:ext cx="1716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Database</a:t>
            </a:r>
            <a:r>
              <a:rPr lang="en-IN" sz="2000" dirty="0"/>
              <a:t> </a:t>
            </a:r>
            <a:endParaRPr lang="en-IN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9BF3EE-E351-207A-F983-43148C2EEEE5}"/>
              </a:ext>
            </a:extLst>
          </p:cNvPr>
          <p:cNvSpPr txBox="1"/>
          <p:nvPr/>
        </p:nvSpPr>
        <p:spPr>
          <a:xfrm rot="20750450">
            <a:off x="8110072" y="1497265"/>
            <a:ext cx="25795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AI Generator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2918A4-FB08-AA8A-D20A-693E64815F14}"/>
              </a:ext>
            </a:extLst>
          </p:cNvPr>
          <p:cNvSpPr txBox="1"/>
          <p:nvPr/>
        </p:nvSpPr>
        <p:spPr>
          <a:xfrm rot="19915750">
            <a:off x="10361810" y="715669"/>
            <a:ext cx="1456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Output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0186565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0" grpId="0" animBg="1"/>
      <p:bldP spid="13" grpId="0" build="allAtOnce"/>
      <p:bldP spid="15" grpId="0"/>
      <p:bldP spid="12" grpId="0"/>
      <p:bldP spid="14" grpId="0"/>
      <p:bldP spid="16" grpId="0"/>
      <p:bldP spid="17" grpId="0"/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688AF-9356-5657-1630-F68A715F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182"/>
            <a:ext cx="10515600" cy="941161"/>
          </a:xfrm>
        </p:spPr>
        <p:txBody>
          <a:bodyPr/>
          <a:lstStyle/>
          <a:p>
            <a:pPr algn="ctr"/>
            <a:r>
              <a:rPr lang="en-IN" b="1" dirty="0"/>
              <a:t>Future Scope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0B6F87-61CF-AF2D-F38F-03D2FCCFDD5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190405"/>
            <a:ext cx="7293429" cy="3901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Integration with real-time APIs (flights, hotels, weather)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Voice-enabled AI travel assistant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Commercial scalability as a SaaS product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Expansion to global multi-language support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personalization using user behavior analytics</a:t>
            </a:r>
          </a:p>
        </p:txBody>
      </p:sp>
      <p:pic>
        <p:nvPicPr>
          <p:cNvPr id="1027" name="Picture 3" descr="AI In Travel | How Artificial Intelligence Is Reforming Travel Industry 2025">
            <a:extLst>
              <a:ext uri="{FF2B5EF4-FFF2-40B4-BE49-F238E27FC236}">
                <a16:creationId xmlns:a16="http://schemas.microsoft.com/office/drawing/2014/main" id="{AACFB852-FBB8-3687-F65D-591B84AD4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0884" y="1869055"/>
            <a:ext cx="4071257" cy="25445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121022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688259-6D80-C4E7-7800-399FF0886C91}"/>
              </a:ext>
            </a:extLst>
          </p:cNvPr>
          <p:cNvSpPr txBox="1"/>
          <p:nvPr/>
        </p:nvSpPr>
        <p:spPr>
          <a:xfrm>
            <a:off x="2310777" y="2822680"/>
            <a:ext cx="8389880" cy="121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70000"/>
              </a:lnSpc>
            </a:pPr>
            <a:r>
              <a:rPr lang="en-US" sz="9600" b="1" spc="-300">
                <a:solidFill>
                  <a:srgbClr val="1B134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Thank You!!!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088B2-7839-7182-1F4C-0A026525B9D2}"/>
              </a:ext>
            </a:extLst>
          </p:cNvPr>
          <p:cNvSpPr/>
          <p:nvPr/>
        </p:nvSpPr>
        <p:spPr>
          <a:xfrm>
            <a:off x="10877550" y="4914900"/>
            <a:ext cx="1314450" cy="1943100"/>
          </a:xfrm>
          <a:prstGeom prst="rect">
            <a:avLst/>
          </a:prstGeom>
          <a:solidFill>
            <a:srgbClr val="F39E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8B4B88-3803-7AB5-CEFC-EE256A8F840C}"/>
              </a:ext>
            </a:extLst>
          </p:cNvPr>
          <p:cNvSpPr/>
          <p:nvPr/>
        </p:nvSpPr>
        <p:spPr>
          <a:xfrm>
            <a:off x="0" y="0"/>
            <a:ext cx="542925" cy="1647826"/>
          </a:xfrm>
          <a:prstGeom prst="rect">
            <a:avLst/>
          </a:prstGeom>
          <a:solidFill>
            <a:srgbClr val="23AA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482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4736</TotalTime>
  <Words>660</Words>
  <Application>Microsoft Office PowerPoint</Application>
  <PresentationFormat>Widescreen</PresentationFormat>
  <Paragraphs>116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Poppins</vt:lpstr>
      <vt:lpstr>Office Theme</vt:lpstr>
      <vt:lpstr>PowerPoint Presentation</vt:lpstr>
      <vt:lpstr>Abstract</vt:lpstr>
      <vt:lpstr>Objectives</vt:lpstr>
      <vt:lpstr>PowerPoint Presentation</vt:lpstr>
      <vt:lpstr>PowerPoint Presentation</vt:lpstr>
      <vt:lpstr>Comparison of Manual Planning vs AI-based Planning </vt:lpstr>
      <vt:lpstr>Accuracy of Recommendations vs User Satisfaction </vt:lpstr>
      <vt:lpstr>PowerPoint Presentation</vt:lpstr>
      <vt:lpstr>Postman API for Output</vt:lpstr>
      <vt:lpstr>MongoDB</vt:lpstr>
      <vt:lpstr>PowerPoint Presentation</vt:lpstr>
      <vt:lpstr>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Aditya Nandanwar</dc:creator>
  <cp:lastModifiedBy>Tejas Reddy Kota</cp:lastModifiedBy>
  <cp:revision>5</cp:revision>
  <dcterms:created xsi:type="dcterms:W3CDTF">2025-08-25T08:51:55Z</dcterms:created>
  <dcterms:modified xsi:type="dcterms:W3CDTF">2025-09-10T04:41:02Z</dcterms:modified>
</cp:coreProperties>
</file>